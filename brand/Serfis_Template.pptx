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one</c:v>
                </c:pt>
              </c:strCache>
            </c:strRef>
          </c:tx>
          <c:spPr>
            <a:solidFill>
              <a:srgbClr val="6A3FE6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4.2</c:v>
                </c:pt>
                <c:pt idx="1">
                  <c:v>5.6</c:v>
                </c:pt>
                <c:pt idx="2">
                  <c:v>7.1</c:v>
                </c:pt>
                <c:pt idx="3">
                  <c:v>9.0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two</c:v>
                </c:pt>
              </c:strCache>
            </c:strRef>
          </c:tx>
          <c:spPr>
            <a:solidFill>
              <a:srgbClr val="C084FC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3.1</c:v>
                </c:pt>
                <c:pt idx="1">
                  <c:v>3.8</c:v>
                </c:pt>
                <c:pt idx="2">
                  <c:v>4.4</c:v>
                </c:pt>
                <c:pt idx="3">
                  <c:v>5.2</c:v>
                </c:pt>
              </c:numCache>
            </c:numRef>
          </c:val>
        </c:ser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02D37"/>
            </a:solidFill>
          </a:ln>
        </c:spPr>
        <c:txPr>
          <a:bodyPr/>
          <a:lstStyle/>
          <a:p>
            <a:pPr>
              <a:defRPr sz="1200">
                <a:solidFill>
                  <a:srgbClr val="A9A8A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302D37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A9A8AC"/>
                </a:solidFill>
              </a:defRPr>
            </a:pPr>
          </a:p>
        </c:txPr>
        <c:crossAx val="-2068027336"/>
        <c:crosses val="autoZero"/>
      </c:valAx>
      <c:spPr>
        <a:noFill/>
        <a:ln>
          <a:noFill/>
        </a:ln>
      </c:spPr>
    </c:plotArea>
    <c:legend>
      <c:legendPos val="t"/>
      <c:overlay val="0"/>
      <c:txPr>
        <a:bodyPr/>
        <a:lstStyle/>
        <a:p>
          <a:pPr>
            <a:defRPr>
              <a:solidFill>
                <a:srgbClr val="A9A8AC"/>
              </a:solidFill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1200">
          <a:solidFill>
            <a:srgbClr val="A9A8AC"/>
          </a:solidFill>
          <a:latin typeface="DM Sans" pitchFamily="34" charset="0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Serfis template. Layouts: Title, Section Divider, Title + Content, Two Columns, Comparison, Title Only, Feature + Panel, Image + Caption, Light, Bright Band, Blank. Use Home &gt; New Slide to pick one. Install the brand fonts first: Unbounded, DM Sans, DM Mono, Fredoka (all free on Google Fonts).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rfis Titl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Eyebrow rule"/>
          <p:cNvSpPr/>
          <p:nvPr userDrawn="1"/>
        </p:nvSpPr>
        <p:spPr>
          <a:xfrm>
            <a:off x="777240" y="1997964"/>
            <a:ext cx="246888" cy="18288"/>
          </a:xfrm>
          <a:prstGeom prst="rect">
            <a:avLst/>
          </a:prstGeom>
          <a:gradFill rotWithShape="1">
            <a:gsLst>
              <a:gs pos="0">
                <a:srgbClr val="C084FC"/>
              </a:gs>
              <a:gs pos="100000">
                <a:srgbClr val="3B5BFF"/>
              </a:gs>
            </a:gsLst>
            <a:lin ang="0" scaled="0"/>
          </a:gradFill>
          <a:ln>
            <a:noFill/>
          </a:ln>
        </p:spPr>
      </p:sp>
      <p:pic>
        <p:nvPicPr>
          <p:cNvPr id="201" name="Serfis logo" descr="Serfis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7240" y="502920"/>
            <a:ext cx="713232" cy="713232"/>
          </a:xfrm>
          <a:prstGeom prst="rect">
            <a:avLst/>
          </a:prstGeom>
        </p:spPr>
      </p:pic>
      <p:sp>
        <p:nvSpPr>
          <p:cNvPr id="202" name="Wordmark"/>
          <p:cNvSpPr txBox="1"/>
          <p:nvPr userDrawn="1"/>
        </p:nvSpPr>
        <p:spPr>
          <a:xfrm>
            <a:off x="1618488" y="566928"/>
            <a:ext cx="320040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3000" b="1" i="0" spc="0" dirty="0">
                <a:solidFill>
                  <a:srgbClr val="EFEFEF"/>
                </a:solidFill>
                <a:latin typeface="Fredoka" pitchFamily="34" charset="0"/>
                <a:cs typeface="Fredoka" pitchFamily="34" charset="0"/>
              </a:rPr>
              <a:t>Serfis</a:t>
            </a:r>
          </a:p>
        </p:txBody>
      </p:sp>
      <p:sp>
        <p:nvSpPr>
          <p:cNvPr id="203" name="REC dot"/>
          <p:cNvSpPr/>
          <p:nvPr userDrawn="1"/>
        </p:nvSpPr>
        <p:spPr>
          <a:xfrm>
            <a:off x="10390327" y="768096"/>
            <a:ext cx="91440" cy="91440"/>
          </a:xfrm>
          <a:prstGeom prst="ellipse">
            <a:avLst/>
          </a:prstGeom>
          <a:solidFill>
            <a:srgbClr val="FF3D6E"/>
          </a:solidFill>
          <a:ln>
            <a:noFill/>
          </a:ln>
        </p:spPr>
      </p:sp>
      <p:sp>
        <p:nvSpPr>
          <p:cNvPr id="204" name="REC label"/>
          <p:cNvSpPr txBox="1"/>
          <p:nvPr userDrawn="1"/>
        </p:nvSpPr>
        <p:spPr>
          <a:xfrm>
            <a:off x="10545775" y="676656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100" b="0" i="0" spc="180" dirty="0">
                <a:solidFill>
                  <a:srgbClr val="A9A8AC"/>
                </a:solidFill>
                <a:latin typeface="DM Mono" pitchFamily="49" charset="0"/>
                <a:cs typeface="DM Mono" pitchFamily="49" charset="0"/>
              </a:rPr>
              <a:t>REC</a:t>
            </a:r>
          </a:p>
        </p:txBody>
      </p:sp>
      <p:sp>
        <p:nvSpPr>
          <p:cNvPr id="205" name="Frame tl"/>
          <p:cNvSpPr/>
          <p:nvPr userDrawn="1"/>
        </p:nvSpPr>
        <p:spPr>
          <a:xfrm>
            <a:off x="365760" y="365760"/>
            <a:ext cx="292608" cy="292608"/>
          </a:xfrm>
          <a:custGeom>
            <a:avLst/>
            <a:gdLst/>
            <a:ahLst/>
            <a:cxnLst/>
            <a:rect l="0" t="0" r="r" b="b"/>
            <a:pathLst>
              <a:path w="292608" h="292608" fill="none">
                <a:moveTo>
                  <a:pt x="0" y="292608"/>
                </a:moveTo>
                <a:lnTo>
                  <a:pt x="0" y="0"/>
                </a:lnTo>
                <a:lnTo>
                  <a:pt x="292608" y="0"/>
                </a:lnTo>
              </a:path>
            </a:pathLst>
          </a:custGeom>
          <a:noFill/>
          <a:ln w="12700" cap="flat">
            <a:solidFill>
              <a:srgbClr val="C084FC">
                <a:alpha val="60000"/>
              </a:srgbClr>
            </a:solidFill>
            <a:miter lim="800000"/>
          </a:ln>
        </p:spPr>
      </p:sp>
      <p:sp>
        <p:nvSpPr>
          <p:cNvPr id="206" name="Frame tr"/>
          <p:cNvSpPr/>
          <p:nvPr userDrawn="1"/>
        </p:nvSpPr>
        <p:spPr>
          <a:xfrm>
            <a:off x="11533327" y="365760"/>
            <a:ext cx="292608" cy="292608"/>
          </a:xfrm>
          <a:custGeom>
            <a:avLst/>
            <a:gdLst/>
            <a:ahLst/>
            <a:cxnLst/>
            <a:rect l="0" t="0" r="r" b="b"/>
            <a:pathLst>
              <a:path w="292608" h="292608" fill="none">
                <a:moveTo>
                  <a:pt x="0" y="0"/>
                </a:moveTo>
                <a:lnTo>
                  <a:pt x="292608" y="0"/>
                </a:lnTo>
                <a:lnTo>
                  <a:pt x="292608" y="292608"/>
                </a:lnTo>
              </a:path>
            </a:pathLst>
          </a:custGeom>
          <a:noFill/>
          <a:ln w="12700" cap="flat">
            <a:solidFill>
              <a:srgbClr val="C084FC">
                <a:alpha val="60000"/>
              </a:srgbClr>
            </a:solidFill>
            <a:miter lim="800000"/>
          </a:ln>
        </p:spPr>
      </p:sp>
      <p:sp>
        <p:nvSpPr>
          <p:cNvPr id="207" name="Frame bl"/>
          <p:cNvSpPr/>
          <p:nvPr userDrawn="1"/>
        </p:nvSpPr>
        <p:spPr>
          <a:xfrm>
            <a:off x="365760" y="6199632"/>
            <a:ext cx="292608" cy="292608"/>
          </a:xfrm>
          <a:custGeom>
            <a:avLst/>
            <a:gdLst/>
            <a:ahLst/>
            <a:cxnLst/>
            <a:rect l="0" t="0" r="r" b="b"/>
            <a:pathLst>
              <a:path w="292608" h="292608" fill="none">
                <a:moveTo>
                  <a:pt x="0" y="0"/>
                </a:moveTo>
                <a:lnTo>
                  <a:pt x="0" y="292608"/>
                </a:lnTo>
                <a:lnTo>
                  <a:pt x="292608" y="292608"/>
                </a:lnTo>
              </a:path>
            </a:pathLst>
          </a:custGeom>
          <a:noFill/>
          <a:ln w="12700" cap="flat">
            <a:solidFill>
              <a:srgbClr val="C084FC">
                <a:alpha val="60000"/>
              </a:srgbClr>
            </a:solidFill>
            <a:miter lim="800000"/>
          </a:ln>
        </p:spPr>
      </p:sp>
      <p:sp>
        <p:nvSpPr>
          <p:cNvPr id="208" name="Frame br"/>
          <p:cNvSpPr/>
          <p:nvPr userDrawn="1"/>
        </p:nvSpPr>
        <p:spPr>
          <a:xfrm>
            <a:off x="11533327" y="6199632"/>
            <a:ext cx="292608" cy="292608"/>
          </a:xfrm>
          <a:custGeom>
            <a:avLst/>
            <a:gdLst/>
            <a:ahLst/>
            <a:cxnLst/>
            <a:rect l="0" t="0" r="r" b="b"/>
            <a:pathLst>
              <a:path w="292608" h="292608" fill="none">
                <a:moveTo>
                  <a:pt x="292608" y="0"/>
                </a:moveTo>
                <a:lnTo>
                  <a:pt x="292608" y="292608"/>
                </a:lnTo>
                <a:lnTo>
                  <a:pt x="0" y="292608"/>
                </a:lnTo>
              </a:path>
            </a:pathLst>
          </a:custGeom>
          <a:noFill/>
          <a:ln w="12700" cap="flat">
            <a:solidFill>
              <a:srgbClr val="C084FC">
                <a:alpha val="60000"/>
              </a:srgbClr>
            </a:solidFill>
            <a:miter lim="800000"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7240" y="2331720"/>
            <a:ext cx="9692640" cy="2103120"/>
          </a:xfrm>
        </p:spPr>
        <p:txBody>
          <a:bodyPr anchor="b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4600" b="1" spc="-60" cap="all">
                <a:solidFill>
                  <a:srgbClr val="F6F1FF"/>
                </a:solidFill>
                <a:latin typeface="Unbounded" pitchFamily="34" charset="0"/>
                <a:cs typeface="Unbounded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7240" y="4663440"/>
            <a:ext cx="6949440" cy="822960"/>
          </a:xfrm>
        </p:spPr>
        <p:txBody>
          <a:bodyPr anchor="t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2200" b="1" spc="0" cap="none">
                <a:solidFill>
                  <a:srgbClr val="C084FC"/>
                </a:solidFill>
                <a:latin typeface="DM Sans" pitchFamily="34" charset="0"/>
                <a:cs typeface="DM Sans" pitchFamily="34" charset="0"/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210" name="Eyebrow"/>
          <p:cNvSpPr>
            <a:spLocks noGrp="1"/>
          </p:cNvSpPr>
          <p:nvPr>
            <p:ph type="body" sz="quarter" idx="13"/>
          </p:nvPr>
        </p:nvSpPr>
        <p:spPr>
          <a:xfrm>
            <a:off x="1143000" y="1874520"/>
            <a:ext cx="6400800" cy="265176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100" b="0" spc="170" cap="all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rPr lang="en-US"/>
              <a:t>Eyebrow label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+ Content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Eyebrow rule"/>
          <p:cNvSpPr/>
          <p:nvPr userDrawn="1"/>
        </p:nvSpPr>
        <p:spPr>
          <a:xfrm>
            <a:off x="777240" y="1239012"/>
            <a:ext cx="246888" cy="18288"/>
          </a:xfrm>
          <a:prstGeom prst="rect">
            <a:avLst/>
          </a:prstGeom>
          <a:gradFill rotWithShape="1">
            <a:gsLst>
              <a:gs pos="0">
                <a:srgbClr val="C084FC"/>
              </a:gs>
              <a:gs pos="100000">
                <a:srgbClr val="3B5BFF"/>
              </a:gs>
            </a:gsLst>
            <a:lin ang="0" scaled="0"/>
          </a:gradFill>
          <a:ln>
            <a:noFill/>
          </a:ln>
        </p:spPr>
      </p:sp>
      <p:pic>
        <p:nvPicPr>
          <p:cNvPr id="201" name="Serfis logo" descr="Serfis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7240" y="292608"/>
            <a:ext cx="457200" cy="457200"/>
          </a:xfrm>
          <a:prstGeom prst="rect">
            <a:avLst/>
          </a:prstGeom>
        </p:spPr>
      </p:pic>
      <p:sp>
        <p:nvSpPr>
          <p:cNvPr id="202" name="Footer rule"/>
          <p:cNvSpPr/>
          <p:nvPr userDrawn="1"/>
        </p:nvSpPr>
        <p:spPr>
          <a:xfrm>
            <a:off x="777240" y="6309360"/>
            <a:ext cx="10637215" cy="0"/>
          </a:xfrm>
          <a:prstGeom prst="line">
            <a:avLst/>
          </a:prstGeom>
          <a:noFill/>
          <a:ln w="9525">
            <a:solidFill>
              <a:srgbClr val="302D37"/>
            </a:solidFill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1444752"/>
            <a:ext cx="10637215" cy="1051560"/>
          </a:xfrm>
        </p:spPr>
        <p:txBody>
          <a:bodyPr anchor="t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3000" b="1" spc="-30" cap="all">
                <a:solidFill>
                  <a:srgbClr val="F6F1FF"/>
                </a:solidFill>
                <a:latin typeface="Unbounded" pitchFamily="34" charset="0"/>
                <a:cs typeface="Unbounded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240" y="2743200"/>
            <a:ext cx="10637215" cy="3291840"/>
          </a:xfrm>
        </p:spPr>
        <p:txBody>
          <a:bodyPr anchor="t" lIns="0" tIns="0" rIns="0" bIns="0" wrap="square">
            <a:noAutofit/>
          </a:bodyPr>
          <a:lstStyle>
            <a:lvl1pPr marL="285750" indent="-285750" algn="l">
              <a:lnSpc>
                <a:spcPct val="112000"/>
              </a:lnSpc>
              <a:spcBef>
                <a:spcPts val="0"/>
              </a:spcBef>
              <a:buClr>
                <a:srgbClr val="C084FC"/>
              </a:buClr>
              <a:buFont typeface="Arial"/>
              <a:buChar char="•"/>
              <a:defRPr sz="1800" b="0" spc="0">
                <a:solidFill>
                  <a:srgbClr val="B7B6B9"/>
                </a:solidFill>
                <a:latin typeface="DM Sans" pitchFamily="34" charset="0"/>
                <a:cs typeface="DM Sans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7240" y="6382512"/>
            <a:ext cx="45720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900" b="0" spc="140" cap="all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t>serfis.ai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42855" y="6382512"/>
            <a:ext cx="13716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900" b="0" spc="140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4" name="Eyebrow"/>
          <p:cNvSpPr>
            <a:spLocks noGrp="1"/>
          </p:cNvSpPr>
          <p:nvPr>
            <p:ph type="body" sz="quarter" idx="13"/>
          </p:nvPr>
        </p:nvSpPr>
        <p:spPr>
          <a:xfrm>
            <a:off x="1143000" y="1115568"/>
            <a:ext cx="6400800" cy="265176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100" b="0" spc="170" cap="all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rPr lang="en-US"/>
              <a:t>Eyebrow label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Divider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Eyebrow rule"/>
          <p:cNvSpPr/>
          <p:nvPr userDrawn="1"/>
        </p:nvSpPr>
        <p:spPr>
          <a:xfrm>
            <a:off x="777240" y="1952244"/>
            <a:ext cx="246888" cy="18288"/>
          </a:xfrm>
          <a:prstGeom prst="rect">
            <a:avLst/>
          </a:prstGeom>
          <a:gradFill rotWithShape="1">
            <a:gsLst>
              <a:gs pos="0">
                <a:srgbClr val="C084FC"/>
              </a:gs>
              <a:gs pos="100000">
                <a:srgbClr val="3B5BFF"/>
              </a:gs>
            </a:gsLst>
            <a:lin ang="0" scaled="0"/>
          </a:gradFill>
          <a:ln>
            <a:noFill/>
          </a:ln>
        </p:spPr>
      </p:sp>
      <p:pic>
        <p:nvPicPr>
          <p:cNvPr id="201" name="Serfis logo" descr="Serfis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7240" y="292608"/>
            <a:ext cx="457200" cy="457200"/>
          </a:xfrm>
          <a:prstGeom prst="rect">
            <a:avLst/>
          </a:prstGeom>
        </p:spPr>
      </p:pic>
      <p:sp>
        <p:nvSpPr>
          <p:cNvPr id="202" name="Footer rule"/>
          <p:cNvSpPr/>
          <p:nvPr userDrawn="1"/>
        </p:nvSpPr>
        <p:spPr>
          <a:xfrm>
            <a:off x="777240" y="6309360"/>
            <a:ext cx="10637215" cy="0"/>
          </a:xfrm>
          <a:prstGeom prst="line">
            <a:avLst/>
          </a:prstGeom>
          <a:noFill/>
          <a:ln w="9525">
            <a:solidFill>
              <a:srgbClr val="302D37"/>
            </a:solidFill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2286000"/>
            <a:ext cx="9875520" cy="1737360"/>
          </a:xfrm>
        </p:spPr>
        <p:txBody>
          <a:bodyPr anchor="b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4400" b="1" spc="-50" cap="all">
                <a:solidFill>
                  <a:srgbClr val="F6F1FF"/>
                </a:solidFill>
                <a:latin typeface="Unbounded" pitchFamily="34" charset="0"/>
                <a:cs typeface="Unbounded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4251960"/>
            <a:ext cx="7132320" cy="1005840"/>
          </a:xfrm>
        </p:spPr>
        <p:txBody>
          <a:bodyPr anchor="t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2000" b="0" spc="0" cap="none">
                <a:solidFill>
                  <a:srgbClr val="B7B6B9"/>
                </a:solidFill>
                <a:latin typeface="DM Sans" pitchFamily="34" charset="0"/>
                <a:cs typeface="DM Sans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7240" y="6382512"/>
            <a:ext cx="45720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900" b="0" spc="140" cap="all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t>serfis.ai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42855" y="6382512"/>
            <a:ext cx="13716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900" b="0" spc="140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4" name="Eyebrow"/>
          <p:cNvSpPr>
            <a:spLocks noGrp="1"/>
          </p:cNvSpPr>
          <p:nvPr>
            <p:ph type="body" sz="quarter" idx="13"/>
          </p:nvPr>
        </p:nvSpPr>
        <p:spPr>
          <a:xfrm>
            <a:off x="1143000" y="1828800"/>
            <a:ext cx="6400800" cy="265176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100" b="0" spc="170" cap="all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rPr lang="en-US"/>
              <a:t>Eyebrow label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Eyebrow rule"/>
          <p:cNvSpPr/>
          <p:nvPr userDrawn="1"/>
        </p:nvSpPr>
        <p:spPr>
          <a:xfrm>
            <a:off x="777240" y="1239012"/>
            <a:ext cx="246888" cy="18288"/>
          </a:xfrm>
          <a:prstGeom prst="rect">
            <a:avLst/>
          </a:prstGeom>
          <a:gradFill rotWithShape="1">
            <a:gsLst>
              <a:gs pos="0">
                <a:srgbClr val="C084FC"/>
              </a:gs>
              <a:gs pos="100000">
                <a:srgbClr val="3B5BFF"/>
              </a:gs>
            </a:gsLst>
            <a:lin ang="0" scaled="0"/>
          </a:gradFill>
          <a:ln>
            <a:noFill/>
          </a:ln>
        </p:spPr>
      </p:sp>
      <p:pic>
        <p:nvPicPr>
          <p:cNvPr id="201" name="Serfis logo" descr="Serfis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7240" y="292608"/>
            <a:ext cx="457200" cy="457200"/>
          </a:xfrm>
          <a:prstGeom prst="rect">
            <a:avLst/>
          </a:prstGeom>
        </p:spPr>
      </p:pic>
      <p:sp>
        <p:nvSpPr>
          <p:cNvPr id="202" name="Footer rule"/>
          <p:cNvSpPr/>
          <p:nvPr userDrawn="1"/>
        </p:nvSpPr>
        <p:spPr>
          <a:xfrm>
            <a:off x="777240" y="6309360"/>
            <a:ext cx="10637215" cy="0"/>
          </a:xfrm>
          <a:prstGeom prst="line">
            <a:avLst/>
          </a:prstGeom>
          <a:noFill/>
          <a:ln w="9525">
            <a:solidFill>
              <a:srgbClr val="302D37"/>
            </a:solidFill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1444752"/>
            <a:ext cx="10637215" cy="1051560"/>
          </a:xfrm>
        </p:spPr>
        <p:txBody>
          <a:bodyPr anchor="t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3000" b="1" spc="-30" cap="all">
                <a:solidFill>
                  <a:srgbClr val="F6F1FF"/>
                </a:solidFill>
                <a:latin typeface="Unbounded" pitchFamily="34" charset="0"/>
                <a:cs typeface="Unbounded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7240" y="2743200"/>
            <a:ext cx="5120640" cy="3291840"/>
          </a:xfrm>
        </p:spPr>
        <p:txBody>
          <a:bodyPr anchor="t" lIns="0" tIns="0" rIns="0" bIns="0" wrap="square">
            <a:noAutofit/>
          </a:bodyPr>
          <a:lstStyle>
            <a:lvl1pPr marL="285750" indent="-285750" algn="l">
              <a:lnSpc>
                <a:spcPct val="112000"/>
              </a:lnSpc>
              <a:spcBef>
                <a:spcPts val="0"/>
              </a:spcBef>
              <a:buClr>
                <a:srgbClr val="C084FC"/>
              </a:buClr>
              <a:buFont typeface="Arial"/>
              <a:buChar char="•"/>
              <a:defRPr sz="1700" b="0" spc="0">
                <a:solidFill>
                  <a:srgbClr val="B7B6B9"/>
                </a:solidFill>
                <a:latin typeface="DM Sans" pitchFamily="34" charset="0"/>
                <a:cs typeface="DM Sans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1072" y="2743200"/>
            <a:ext cx="5120640" cy="3291840"/>
          </a:xfrm>
        </p:spPr>
        <p:txBody>
          <a:bodyPr anchor="t" lIns="0" tIns="0" rIns="0" bIns="0" wrap="square">
            <a:noAutofit/>
          </a:bodyPr>
          <a:lstStyle>
            <a:lvl1pPr marL="285750" indent="-285750" algn="l">
              <a:lnSpc>
                <a:spcPct val="112000"/>
              </a:lnSpc>
              <a:spcBef>
                <a:spcPts val="0"/>
              </a:spcBef>
              <a:buClr>
                <a:srgbClr val="C084FC"/>
              </a:buClr>
              <a:buFont typeface="Arial"/>
              <a:buChar char="•"/>
              <a:defRPr sz="1700" b="0" spc="0">
                <a:solidFill>
                  <a:srgbClr val="B7B6B9"/>
                </a:solidFill>
                <a:latin typeface="DM Sans" pitchFamily="34" charset="0"/>
                <a:cs typeface="DM Sans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77240" y="6382512"/>
            <a:ext cx="45720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900" b="0" spc="140" cap="all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t>serfis.ai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42855" y="6382512"/>
            <a:ext cx="13716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900" b="0" spc="140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4" name="Eyebrow"/>
          <p:cNvSpPr>
            <a:spLocks noGrp="1"/>
          </p:cNvSpPr>
          <p:nvPr>
            <p:ph type="body" sz="quarter" idx="13"/>
          </p:nvPr>
        </p:nvSpPr>
        <p:spPr>
          <a:xfrm>
            <a:off x="1143000" y="1115568"/>
            <a:ext cx="6400800" cy="265176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100" b="0" spc="170" cap="all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rPr lang="en-US"/>
              <a:t>Eyebrow label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Column rule L"/>
          <p:cNvSpPr/>
          <p:nvPr userDrawn="1"/>
        </p:nvSpPr>
        <p:spPr>
          <a:xfrm>
            <a:off x="777240" y="3200400"/>
            <a:ext cx="5120640" cy="0"/>
          </a:xfrm>
          <a:prstGeom prst="line">
            <a:avLst/>
          </a:prstGeom>
          <a:noFill/>
          <a:ln w="9525">
            <a:solidFill>
              <a:srgbClr val="302D37"/>
            </a:solidFill>
          </a:ln>
        </p:spPr>
      </p:sp>
      <p:sp>
        <p:nvSpPr>
          <p:cNvPr id="206" name="Column rule R"/>
          <p:cNvSpPr/>
          <p:nvPr userDrawn="1"/>
        </p:nvSpPr>
        <p:spPr>
          <a:xfrm>
            <a:off x="6291072" y="3200400"/>
            <a:ext cx="5120640" cy="0"/>
          </a:xfrm>
          <a:prstGeom prst="line">
            <a:avLst/>
          </a:prstGeom>
          <a:noFill/>
          <a:ln w="9525">
            <a:solidFill>
              <a:srgbClr val="302D37"/>
            </a:solidFill>
          </a:ln>
        </p:spPr>
      </p:sp>
      <p:sp>
        <p:nvSpPr>
          <p:cNvPr id="203" name="Eyebrow rule"/>
          <p:cNvSpPr/>
          <p:nvPr userDrawn="1"/>
        </p:nvSpPr>
        <p:spPr>
          <a:xfrm>
            <a:off x="777240" y="1239012"/>
            <a:ext cx="246888" cy="18288"/>
          </a:xfrm>
          <a:prstGeom prst="rect">
            <a:avLst/>
          </a:prstGeom>
          <a:gradFill rotWithShape="1">
            <a:gsLst>
              <a:gs pos="0">
                <a:srgbClr val="C084FC"/>
              </a:gs>
              <a:gs pos="100000">
                <a:srgbClr val="3B5BFF"/>
              </a:gs>
            </a:gsLst>
            <a:lin ang="0" scaled="0"/>
          </a:gradFill>
          <a:ln>
            <a:noFill/>
          </a:ln>
        </p:spPr>
      </p:sp>
      <p:pic>
        <p:nvPicPr>
          <p:cNvPr id="201" name="Serfis logo" descr="Serfis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7240" y="292608"/>
            <a:ext cx="457200" cy="457200"/>
          </a:xfrm>
          <a:prstGeom prst="rect">
            <a:avLst/>
          </a:prstGeom>
        </p:spPr>
      </p:pic>
      <p:sp>
        <p:nvSpPr>
          <p:cNvPr id="202" name="Footer rule"/>
          <p:cNvSpPr/>
          <p:nvPr userDrawn="1"/>
        </p:nvSpPr>
        <p:spPr>
          <a:xfrm>
            <a:off x="777240" y="6309360"/>
            <a:ext cx="10637215" cy="0"/>
          </a:xfrm>
          <a:prstGeom prst="line">
            <a:avLst/>
          </a:prstGeom>
          <a:noFill/>
          <a:ln w="9525">
            <a:solidFill>
              <a:srgbClr val="302D37"/>
            </a:solidFill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1444752"/>
            <a:ext cx="10637215" cy="1051560"/>
          </a:xfrm>
        </p:spPr>
        <p:txBody>
          <a:bodyPr anchor="t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3000" b="1" spc="-30" cap="all">
                <a:solidFill>
                  <a:srgbClr val="F6F1FF"/>
                </a:solidFill>
                <a:latin typeface="Unbounded" pitchFamily="34" charset="0"/>
                <a:cs typeface="Unbounded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2697480"/>
            <a:ext cx="5120640" cy="411480"/>
          </a:xfrm>
        </p:spPr>
        <p:txBody>
          <a:bodyPr anchor="b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1600" b="1" spc="0" cap="none">
                <a:solidFill>
                  <a:srgbClr val="C084FC"/>
                </a:solidFill>
                <a:latin typeface="DM Sans" pitchFamily="34" charset="0"/>
                <a:cs typeface="DM Sans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7240" y="3246120"/>
            <a:ext cx="5120640" cy="2788920"/>
          </a:xfrm>
        </p:spPr>
        <p:txBody>
          <a:bodyPr anchor="t" lIns="0" tIns="0" rIns="0" bIns="0" wrap="square">
            <a:noAutofit/>
          </a:bodyPr>
          <a:lstStyle>
            <a:lvl1pPr marL="285750" indent="-285750" algn="l">
              <a:lnSpc>
                <a:spcPct val="112000"/>
              </a:lnSpc>
              <a:spcBef>
                <a:spcPts val="0"/>
              </a:spcBef>
              <a:buClr>
                <a:srgbClr val="C084FC"/>
              </a:buClr>
              <a:buFont typeface="Arial"/>
              <a:buChar char="•"/>
              <a:defRPr sz="1700" b="0" spc="0">
                <a:solidFill>
                  <a:srgbClr val="B7B6B9"/>
                </a:solidFill>
                <a:latin typeface="DM Sans" pitchFamily="34" charset="0"/>
                <a:cs typeface="DM Sans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1072" y="2697480"/>
            <a:ext cx="5120640" cy="411480"/>
          </a:xfrm>
        </p:spPr>
        <p:txBody>
          <a:bodyPr anchor="b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1600" b="1" spc="0" cap="none">
                <a:solidFill>
                  <a:srgbClr val="C084FC"/>
                </a:solidFill>
                <a:latin typeface="DM Sans" pitchFamily="34" charset="0"/>
                <a:cs typeface="DM Sans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1072" y="3246120"/>
            <a:ext cx="5120640" cy="2788920"/>
          </a:xfrm>
        </p:spPr>
        <p:txBody>
          <a:bodyPr anchor="t" lIns="0" tIns="0" rIns="0" bIns="0" wrap="square">
            <a:noAutofit/>
          </a:bodyPr>
          <a:lstStyle>
            <a:lvl1pPr marL="285750" indent="-285750" algn="l">
              <a:lnSpc>
                <a:spcPct val="112000"/>
              </a:lnSpc>
              <a:spcBef>
                <a:spcPts val="0"/>
              </a:spcBef>
              <a:buClr>
                <a:srgbClr val="C084FC"/>
              </a:buClr>
              <a:buFont typeface="Arial"/>
              <a:buChar char="•"/>
              <a:defRPr sz="1700" b="0" spc="0">
                <a:solidFill>
                  <a:srgbClr val="B7B6B9"/>
                </a:solidFill>
                <a:latin typeface="DM Sans" pitchFamily="34" charset="0"/>
                <a:cs typeface="DM Sans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777240" y="6382512"/>
            <a:ext cx="45720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900" b="0" spc="140" cap="all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t>serfis.ai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042855" y="6382512"/>
            <a:ext cx="13716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900" b="0" spc="140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4" name="Eyebrow"/>
          <p:cNvSpPr>
            <a:spLocks noGrp="1"/>
          </p:cNvSpPr>
          <p:nvPr>
            <p:ph type="body" sz="quarter" idx="13"/>
          </p:nvPr>
        </p:nvSpPr>
        <p:spPr>
          <a:xfrm>
            <a:off x="1143000" y="1115568"/>
            <a:ext cx="6400800" cy="265176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100" b="0" spc="170" cap="all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rPr lang="en-US"/>
              <a:t>Eyebrow label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Eyebrow rule"/>
          <p:cNvSpPr/>
          <p:nvPr userDrawn="1"/>
        </p:nvSpPr>
        <p:spPr>
          <a:xfrm>
            <a:off x="777240" y="1239012"/>
            <a:ext cx="246888" cy="18288"/>
          </a:xfrm>
          <a:prstGeom prst="rect">
            <a:avLst/>
          </a:prstGeom>
          <a:gradFill rotWithShape="1">
            <a:gsLst>
              <a:gs pos="0">
                <a:srgbClr val="C084FC"/>
              </a:gs>
              <a:gs pos="100000">
                <a:srgbClr val="3B5BFF"/>
              </a:gs>
            </a:gsLst>
            <a:lin ang="0" scaled="0"/>
          </a:gradFill>
          <a:ln>
            <a:noFill/>
          </a:ln>
        </p:spPr>
      </p:sp>
      <p:pic>
        <p:nvPicPr>
          <p:cNvPr id="201" name="Serfis logo" descr="Serfis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7240" y="292608"/>
            <a:ext cx="457200" cy="457200"/>
          </a:xfrm>
          <a:prstGeom prst="rect">
            <a:avLst/>
          </a:prstGeom>
        </p:spPr>
      </p:pic>
      <p:sp>
        <p:nvSpPr>
          <p:cNvPr id="202" name="Footer rule"/>
          <p:cNvSpPr/>
          <p:nvPr userDrawn="1"/>
        </p:nvSpPr>
        <p:spPr>
          <a:xfrm>
            <a:off x="777240" y="6309360"/>
            <a:ext cx="10637215" cy="0"/>
          </a:xfrm>
          <a:prstGeom prst="line">
            <a:avLst/>
          </a:prstGeom>
          <a:noFill/>
          <a:ln w="9525">
            <a:solidFill>
              <a:srgbClr val="302D37"/>
            </a:solidFill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1444752"/>
            <a:ext cx="10637215" cy="1051560"/>
          </a:xfrm>
        </p:spPr>
        <p:txBody>
          <a:bodyPr anchor="t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3000" b="1" spc="-30" cap="all">
                <a:solidFill>
                  <a:srgbClr val="F6F1FF"/>
                </a:solidFill>
                <a:latin typeface="Unbounded" pitchFamily="34" charset="0"/>
                <a:cs typeface="Unbounded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77240" y="6382512"/>
            <a:ext cx="45720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900" b="0" spc="140" cap="all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t>serfis.ai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042855" y="6382512"/>
            <a:ext cx="13716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900" b="0" spc="140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4" name="Eyebrow"/>
          <p:cNvSpPr>
            <a:spLocks noGrp="1"/>
          </p:cNvSpPr>
          <p:nvPr>
            <p:ph type="body" sz="quarter" idx="13"/>
          </p:nvPr>
        </p:nvSpPr>
        <p:spPr>
          <a:xfrm>
            <a:off x="1143000" y="1115568"/>
            <a:ext cx="6400800" cy="265176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100" b="0" spc="170" cap="all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rPr lang="en-US"/>
              <a:t>Eyebrow label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dark)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ature + Panel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lass panel"/>
          <p:cNvSpPr/>
          <p:nvPr userDrawn="1"/>
        </p:nvSpPr>
        <p:spPr>
          <a:xfrm>
            <a:off x="5806440" y="1097280"/>
            <a:ext cx="5605272" cy="4937760"/>
          </a:xfrm>
          <a:prstGeom prst="roundRect">
            <a:avLst>
              <a:gd name="adj" fmla="val 5200"/>
            </a:avLst>
          </a:prstGeom>
          <a:solidFill>
            <a:srgbClr val="10062C">
              <a:alpha val="62000"/>
            </a:srgbClr>
          </a:solidFill>
          <a:ln w="9525">
            <a:solidFill>
              <a:srgbClr val="EFEFEF">
                <a:alpha val="12000"/>
              </a:srgbClr>
            </a:solidFill>
          </a:ln>
        </p:spPr>
      </p:sp>
      <p:sp>
        <p:nvSpPr>
          <p:cNvPr id="206" name="HUD tl"/>
          <p:cNvSpPr/>
          <p:nvPr userDrawn="1"/>
        </p:nvSpPr>
        <p:spPr>
          <a:xfrm>
            <a:off x="5989320" y="1280160"/>
            <a:ext cx="201168" cy="201168"/>
          </a:xfrm>
          <a:custGeom>
            <a:avLst/>
            <a:gdLst/>
            <a:ahLst/>
            <a:cxnLst/>
            <a:rect l="0" t="0" r="r" b="b"/>
            <a:pathLst>
              <a:path w="201168" h="201168" fill="none">
                <a:moveTo>
                  <a:pt x="0" y="201168"/>
                </a:moveTo>
                <a:lnTo>
                  <a:pt x="0" y="0"/>
                </a:lnTo>
                <a:lnTo>
                  <a:pt x="201168" y="0"/>
                </a:lnTo>
              </a:path>
            </a:pathLst>
          </a:custGeom>
          <a:noFill/>
          <a:ln w="12700" cap="flat">
            <a:solidFill>
              <a:srgbClr val="C084FC">
                <a:alpha val="60000"/>
              </a:srgbClr>
            </a:solidFill>
            <a:miter lim="800000"/>
          </a:ln>
        </p:spPr>
      </p:sp>
      <p:sp>
        <p:nvSpPr>
          <p:cNvPr id="207" name="HUD tr"/>
          <p:cNvSpPr/>
          <p:nvPr userDrawn="1"/>
        </p:nvSpPr>
        <p:spPr>
          <a:xfrm>
            <a:off x="11228832" y="1280160"/>
            <a:ext cx="201168" cy="201168"/>
          </a:xfrm>
          <a:custGeom>
            <a:avLst/>
            <a:gdLst/>
            <a:ahLst/>
            <a:cxnLst/>
            <a:rect l="0" t="0" r="r" b="b"/>
            <a:pathLst>
              <a:path w="201168" h="201168" fill="none">
                <a:moveTo>
                  <a:pt x="0" y="0"/>
                </a:moveTo>
                <a:lnTo>
                  <a:pt x="201168" y="0"/>
                </a:lnTo>
                <a:lnTo>
                  <a:pt x="201168" y="201168"/>
                </a:lnTo>
              </a:path>
            </a:pathLst>
          </a:custGeom>
          <a:noFill/>
          <a:ln w="12700" cap="flat">
            <a:solidFill>
              <a:srgbClr val="C084FC">
                <a:alpha val="60000"/>
              </a:srgbClr>
            </a:solidFill>
            <a:miter lim="800000"/>
          </a:ln>
        </p:spPr>
      </p:sp>
      <p:sp>
        <p:nvSpPr>
          <p:cNvPr id="208" name="HUD bl"/>
          <p:cNvSpPr/>
          <p:nvPr userDrawn="1"/>
        </p:nvSpPr>
        <p:spPr>
          <a:xfrm>
            <a:off x="5989320" y="5650992"/>
            <a:ext cx="201168" cy="201168"/>
          </a:xfrm>
          <a:custGeom>
            <a:avLst/>
            <a:gdLst/>
            <a:ahLst/>
            <a:cxnLst/>
            <a:rect l="0" t="0" r="r" b="b"/>
            <a:pathLst>
              <a:path w="201168" h="201168" fill="none">
                <a:moveTo>
                  <a:pt x="0" y="0"/>
                </a:moveTo>
                <a:lnTo>
                  <a:pt x="0" y="201168"/>
                </a:lnTo>
                <a:lnTo>
                  <a:pt x="201168" y="201168"/>
                </a:lnTo>
              </a:path>
            </a:pathLst>
          </a:custGeom>
          <a:noFill/>
          <a:ln w="12700" cap="flat">
            <a:solidFill>
              <a:srgbClr val="C084FC">
                <a:alpha val="60000"/>
              </a:srgbClr>
            </a:solidFill>
            <a:miter lim="800000"/>
          </a:ln>
        </p:spPr>
      </p:sp>
      <p:sp>
        <p:nvSpPr>
          <p:cNvPr id="209" name="HUD br"/>
          <p:cNvSpPr/>
          <p:nvPr userDrawn="1"/>
        </p:nvSpPr>
        <p:spPr>
          <a:xfrm>
            <a:off x="11228832" y="5650992"/>
            <a:ext cx="201168" cy="201168"/>
          </a:xfrm>
          <a:custGeom>
            <a:avLst/>
            <a:gdLst/>
            <a:ahLst/>
            <a:cxnLst/>
            <a:rect l="0" t="0" r="r" b="b"/>
            <a:pathLst>
              <a:path w="201168" h="201168" fill="none">
                <a:moveTo>
                  <a:pt x="201168" y="0"/>
                </a:moveTo>
                <a:lnTo>
                  <a:pt x="201168" y="201168"/>
                </a:lnTo>
                <a:lnTo>
                  <a:pt x="0" y="201168"/>
                </a:lnTo>
              </a:path>
            </a:pathLst>
          </a:custGeom>
          <a:noFill/>
          <a:ln w="12700" cap="flat">
            <a:solidFill>
              <a:srgbClr val="C084FC">
                <a:alpha val="60000"/>
              </a:srgbClr>
            </a:solidFill>
            <a:miter lim="800000"/>
          </a:ln>
        </p:spPr>
      </p:sp>
      <p:sp>
        <p:nvSpPr>
          <p:cNvPr id="203" name="Eyebrow rule"/>
          <p:cNvSpPr/>
          <p:nvPr userDrawn="1"/>
        </p:nvSpPr>
        <p:spPr>
          <a:xfrm>
            <a:off x="777240" y="1239012"/>
            <a:ext cx="246888" cy="18288"/>
          </a:xfrm>
          <a:prstGeom prst="rect">
            <a:avLst/>
          </a:prstGeom>
          <a:gradFill rotWithShape="1">
            <a:gsLst>
              <a:gs pos="0">
                <a:srgbClr val="C084FC"/>
              </a:gs>
              <a:gs pos="100000">
                <a:srgbClr val="3B5BFF"/>
              </a:gs>
            </a:gsLst>
            <a:lin ang="0" scaled="0"/>
          </a:gradFill>
          <a:ln>
            <a:noFill/>
          </a:ln>
        </p:spPr>
      </p:sp>
      <p:pic>
        <p:nvPicPr>
          <p:cNvPr id="201" name="Serfis logo" descr="Serfis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7240" y="292608"/>
            <a:ext cx="457200" cy="457200"/>
          </a:xfrm>
          <a:prstGeom prst="rect">
            <a:avLst/>
          </a:prstGeom>
        </p:spPr>
      </p:pic>
      <p:sp>
        <p:nvSpPr>
          <p:cNvPr id="202" name="Footer rule"/>
          <p:cNvSpPr/>
          <p:nvPr userDrawn="1"/>
        </p:nvSpPr>
        <p:spPr>
          <a:xfrm>
            <a:off x="777240" y="6309360"/>
            <a:ext cx="10637215" cy="0"/>
          </a:xfrm>
          <a:prstGeom prst="line">
            <a:avLst/>
          </a:prstGeom>
          <a:noFill/>
          <a:ln w="9525">
            <a:solidFill>
              <a:srgbClr val="302D37"/>
            </a:solidFill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1444752"/>
            <a:ext cx="4480560" cy="1554480"/>
          </a:xfrm>
        </p:spPr>
        <p:txBody>
          <a:bodyPr anchor="t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spc="-30" cap="all">
                <a:solidFill>
                  <a:srgbClr val="F6F1FF"/>
                </a:solidFill>
                <a:latin typeface="Unbounded" pitchFamily="34" charset="0"/>
                <a:cs typeface="Unbounded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0" y="1463040"/>
            <a:ext cx="4965192" cy="4206240"/>
          </a:xfrm>
        </p:spPr>
        <p:txBody>
          <a:bodyPr anchor="t" lIns="0" tIns="0" rIns="0" bIns="0" wrap="square">
            <a:noAutofit/>
          </a:bodyPr>
          <a:lstStyle>
            <a:lvl1pPr marL="285750" indent="-285750" algn="l">
              <a:lnSpc>
                <a:spcPct val="112000"/>
              </a:lnSpc>
              <a:spcBef>
                <a:spcPts val="0"/>
              </a:spcBef>
              <a:buClr>
                <a:srgbClr val="C084FC"/>
              </a:buClr>
              <a:buFont typeface="Arial"/>
              <a:buChar char="•"/>
              <a:defRPr sz="1700" b="0" spc="0">
                <a:solidFill>
                  <a:srgbClr val="B7B6B9"/>
                </a:solidFill>
                <a:latin typeface="DM Sans" pitchFamily="34" charset="0"/>
                <a:cs typeface="DM Sans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7240" y="3154680"/>
            <a:ext cx="4480560" cy="2834640"/>
          </a:xfrm>
        </p:spPr>
        <p:txBody>
          <a:bodyPr anchor="t" lIns="0" tIns="0" rIns="0" bIns="0" wrap="square">
            <a:noAutofit/>
          </a:bodyPr>
          <a:lstStyle>
            <a:lvl1pPr marL="0" indent="0" algn="l">
              <a:lnSpc>
                <a:spcPct val="118000"/>
              </a:lnSpc>
              <a:spcBef>
                <a:spcPts val="0"/>
              </a:spcBef>
              <a:buNone/>
              <a:defRPr sz="1600" b="0" spc="0" cap="none">
                <a:solidFill>
                  <a:srgbClr val="B7B6B9"/>
                </a:solidFill>
                <a:latin typeface="DM Sans" pitchFamily="34" charset="0"/>
                <a:cs typeface="DM Sans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77240" y="6382512"/>
            <a:ext cx="45720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900" b="0" spc="140" cap="all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t>serfis.ai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42855" y="6382512"/>
            <a:ext cx="13716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900" b="0" spc="140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4" name="Eyebrow"/>
          <p:cNvSpPr>
            <a:spLocks noGrp="1"/>
          </p:cNvSpPr>
          <p:nvPr>
            <p:ph type="body" sz="quarter" idx="13"/>
          </p:nvPr>
        </p:nvSpPr>
        <p:spPr>
          <a:xfrm>
            <a:off x="1143000" y="1115568"/>
            <a:ext cx="6400800" cy="265176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100" b="0" spc="170" cap="all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rPr lang="en-US"/>
              <a:t>Eyebrow label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+ Caption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HUD tl"/>
          <p:cNvSpPr/>
          <p:nvPr userDrawn="1"/>
        </p:nvSpPr>
        <p:spPr>
          <a:xfrm>
            <a:off x="649224" y="1014984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 fill="none">
                <a:moveTo>
                  <a:pt x="0" y="237744"/>
                </a:moveTo>
                <a:lnTo>
                  <a:pt x="0" y="0"/>
                </a:lnTo>
                <a:lnTo>
                  <a:pt x="237744" y="0"/>
                </a:lnTo>
              </a:path>
            </a:pathLst>
          </a:custGeom>
          <a:noFill/>
          <a:ln w="12700" cap="flat">
            <a:solidFill>
              <a:srgbClr val="C084FC">
                <a:alpha val="60000"/>
              </a:srgbClr>
            </a:solidFill>
            <a:miter lim="800000"/>
          </a:ln>
        </p:spPr>
      </p:sp>
      <p:sp>
        <p:nvSpPr>
          <p:cNvPr id="206" name="HUD tr"/>
          <p:cNvSpPr/>
          <p:nvPr userDrawn="1"/>
        </p:nvSpPr>
        <p:spPr>
          <a:xfrm>
            <a:off x="6976872" y="1014984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 fill="none">
                <a:moveTo>
                  <a:pt x="0" y="0"/>
                </a:moveTo>
                <a:lnTo>
                  <a:pt x="237744" y="0"/>
                </a:lnTo>
                <a:lnTo>
                  <a:pt x="237744" y="237744"/>
                </a:lnTo>
              </a:path>
            </a:pathLst>
          </a:custGeom>
          <a:noFill/>
          <a:ln w="12700" cap="flat">
            <a:solidFill>
              <a:srgbClr val="C084FC">
                <a:alpha val="60000"/>
              </a:srgbClr>
            </a:solidFill>
            <a:miter lim="800000"/>
          </a:ln>
        </p:spPr>
      </p:sp>
      <p:sp>
        <p:nvSpPr>
          <p:cNvPr id="207" name="HUD bl"/>
          <p:cNvSpPr/>
          <p:nvPr userDrawn="1"/>
        </p:nvSpPr>
        <p:spPr>
          <a:xfrm>
            <a:off x="649224" y="5907024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 fill="none">
                <a:moveTo>
                  <a:pt x="0" y="0"/>
                </a:moveTo>
                <a:lnTo>
                  <a:pt x="0" y="237744"/>
                </a:lnTo>
                <a:lnTo>
                  <a:pt x="237744" y="237744"/>
                </a:lnTo>
              </a:path>
            </a:pathLst>
          </a:custGeom>
          <a:noFill/>
          <a:ln w="12700" cap="flat">
            <a:solidFill>
              <a:srgbClr val="C084FC">
                <a:alpha val="60000"/>
              </a:srgbClr>
            </a:solidFill>
            <a:miter lim="800000"/>
          </a:ln>
        </p:spPr>
      </p:sp>
      <p:sp>
        <p:nvSpPr>
          <p:cNvPr id="208" name="HUD br"/>
          <p:cNvSpPr/>
          <p:nvPr userDrawn="1"/>
        </p:nvSpPr>
        <p:spPr>
          <a:xfrm>
            <a:off x="6976872" y="5907024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37744" h="237744" fill="none">
                <a:moveTo>
                  <a:pt x="237744" y="0"/>
                </a:moveTo>
                <a:lnTo>
                  <a:pt x="237744" y="237744"/>
                </a:lnTo>
                <a:lnTo>
                  <a:pt x="0" y="237744"/>
                </a:lnTo>
              </a:path>
            </a:pathLst>
          </a:custGeom>
          <a:noFill/>
          <a:ln w="12700" cap="flat">
            <a:solidFill>
              <a:srgbClr val="C084FC">
                <a:alpha val="60000"/>
              </a:srgbClr>
            </a:solidFill>
            <a:miter lim="800000"/>
          </a:ln>
        </p:spPr>
      </p:sp>
      <p:sp>
        <p:nvSpPr>
          <p:cNvPr id="203" name="Eyebrow rule"/>
          <p:cNvSpPr/>
          <p:nvPr userDrawn="1"/>
        </p:nvSpPr>
        <p:spPr>
          <a:xfrm>
            <a:off x="7589520" y="1239012"/>
            <a:ext cx="246888" cy="18288"/>
          </a:xfrm>
          <a:prstGeom prst="rect">
            <a:avLst/>
          </a:prstGeom>
          <a:gradFill rotWithShape="1">
            <a:gsLst>
              <a:gs pos="0">
                <a:srgbClr val="C084FC"/>
              </a:gs>
              <a:gs pos="100000">
                <a:srgbClr val="3B5BFF"/>
              </a:gs>
            </a:gsLst>
            <a:lin ang="0" scaled="0"/>
          </a:gradFill>
          <a:ln>
            <a:noFill/>
          </a:ln>
        </p:spPr>
      </p:sp>
      <p:pic>
        <p:nvPicPr>
          <p:cNvPr id="201" name="Serfis logo" descr="Serfis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7240" y="292608"/>
            <a:ext cx="457200" cy="457200"/>
          </a:xfrm>
          <a:prstGeom prst="rect">
            <a:avLst/>
          </a:prstGeom>
        </p:spPr>
      </p:pic>
      <p:sp>
        <p:nvSpPr>
          <p:cNvPr id="202" name="Footer rule"/>
          <p:cNvSpPr/>
          <p:nvPr userDrawn="1"/>
        </p:nvSpPr>
        <p:spPr>
          <a:xfrm>
            <a:off x="777240" y="6309360"/>
            <a:ext cx="10637215" cy="0"/>
          </a:xfrm>
          <a:prstGeom prst="line">
            <a:avLst/>
          </a:prstGeom>
          <a:noFill/>
          <a:ln w="9525">
            <a:solidFill>
              <a:srgbClr val="302D37"/>
            </a:solidFill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0" y="1444752"/>
            <a:ext cx="3822192" cy="1737360"/>
          </a:xfrm>
        </p:spPr>
        <p:txBody>
          <a:bodyPr anchor="t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2400" b="1" spc="-30" cap="all">
                <a:solidFill>
                  <a:srgbClr val="F6F1FF"/>
                </a:solidFill>
                <a:latin typeface="Unbounded" pitchFamily="34" charset="0"/>
                <a:cs typeface="Unbounded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240" y="1143000"/>
            <a:ext cx="6309360" cy="4892040"/>
          </a:xfrm>
          <a:prstGeom prst="roundRect">
            <a:avLst>
              <a:gd name="adj" fmla="val 4000"/>
            </a:avLst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89520" y="3337560"/>
            <a:ext cx="3822192" cy="2651760"/>
          </a:xfrm>
        </p:spPr>
        <p:txBody>
          <a:bodyPr anchor="t" lIns="0" tIns="0" rIns="0" bIns="0" wrap="square">
            <a:noAutofit/>
          </a:bodyPr>
          <a:lstStyle>
            <a:lvl1pPr marL="0" indent="0" algn="l">
              <a:lnSpc>
                <a:spcPct val="118000"/>
              </a:lnSpc>
              <a:spcBef>
                <a:spcPts val="0"/>
              </a:spcBef>
              <a:buNone/>
              <a:defRPr sz="1600" b="0" spc="0" cap="none">
                <a:solidFill>
                  <a:srgbClr val="B7B6B9"/>
                </a:solidFill>
                <a:latin typeface="DM Sans" pitchFamily="34" charset="0"/>
                <a:cs typeface="DM Sans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77240" y="6382512"/>
            <a:ext cx="45720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900" b="0" spc="140" cap="all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t>serfis.ai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42855" y="6382512"/>
            <a:ext cx="13716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900" b="0" spc="140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4" name="Eyebrow"/>
          <p:cNvSpPr>
            <a:spLocks noGrp="1"/>
          </p:cNvSpPr>
          <p:nvPr>
            <p:ph type="body" sz="quarter" idx="13"/>
          </p:nvPr>
        </p:nvSpPr>
        <p:spPr>
          <a:xfrm>
            <a:off x="7955280" y="1115568"/>
            <a:ext cx="3383280" cy="265176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100" b="0" spc="170" cap="all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rPr lang="en-US"/>
              <a:t>Eyebrow label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ight: Title +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Eyebrow rule"/>
          <p:cNvSpPr/>
          <p:nvPr userDrawn="1"/>
        </p:nvSpPr>
        <p:spPr>
          <a:xfrm>
            <a:off x="777240" y="1239012"/>
            <a:ext cx="246888" cy="18288"/>
          </a:xfrm>
          <a:prstGeom prst="rect">
            <a:avLst/>
          </a:prstGeom>
          <a:gradFill rotWithShape="1">
            <a:gsLst>
              <a:gs pos="0">
                <a:srgbClr val="C084FC"/>
              </a:gs>
              <a:gs pos="100000">
                <a:srgbClr val="3B5BFF"/>
              </a:gs>
            </a:gsLst>
            <a:lin ang="0" scaled="0"/>
          </a:gradFill>
          <a:ln>
            <a:noFill/>
          </a:ln>
        </p:spPr>
      </p:sp>
      <p:pic>
        <p:nvPicPr>
          <p:cNvPr id="201" name="Serfis logo" descr="Serfis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7240" y="292608"/>
            <a:ext cx="457200" cy="457200"/>
          </a:xfrm>
          <a:prstGeom prst="rect">
            <a:avLst/>
          </a:prstGeom>
        </p:spPr>
      </p:pic>
      <p:sp>
        <p:nvSpPr>
          <p:cNvPr id="202" name="Footer rule"/>
          <p:cNvSpPr/>
          <p:nvPr userDrawn="1"/>
        </p:nvSpPr>
        <p:spPr>
          <a:xfrm>
            <a:off x="777240" y="6309360"/>
            <a:ext cx="10637215" cy="0"/>
          </a:xfrm>
          <a:prstGeom prst="line">
            <a:avLst/>
          </a:prstGeom>
          <a:noFill/>
          <a:ln w="9525">
            <a:solidFill>
              <a:srgbClr val="E6DEFA"/>
            </a:solidFill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1444752"/>
            <a:ext cx="10637215" cy="1051560"/>
          </a:xfrm>
        </p:spPr>
        <p:txBody>
          <a:bodyPr anchor="t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3000" b="1" spc="-30" cap="all">
                <a:solidFill>
                  <a:srgbClr val="6D3FE0"/>
                </a:solidFill>
                <a:latin typeface="Unbounded" pitchFamily="34" charset="0"/>
                <a:cs typeface="Unbounded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>
          <a:xfrm>
            <a:off x="777240" y="2743200"/>
            <a:ext cx="10637215" cy="3291840"/>
          </a:xfrm>
        </p:spPr>
        <p:txBody>
          <a:bodyPr anchor="t" lIns="0" tIns="0" rIns="0" bIns="0" wrap="square">
            <a:noAutofit/>
          </a:bodyPr>
          <a:lstStyle>
            <a:lvl1pPr marL="285750" indent="-285750" algn="l">
              <a:lnSpc>
                <a:spcPct val="112000"/>
              </a:lnSpc>
              <a:spcBef>
                <a:spcPts val="0"/>
              </a:spcBef>
              <a:buClr>
                <a:srgbClr val="C084FC"/>
              </a:buClr>
              <a:buFont typeface="Arial"/>
              <a:buChar char="•"/>
              <a:defRPr sz="1800" b="0" spc="0">
                <a:solidFill>
                  <a:srgbClr val="3A2A66"/>
                </a:solidFill>
                <a:latin typeface="DM Sans" pitchFamily="34" charset="0"/>
                <a:cs typeface="DM Sans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7240" y="6382512"/>
            <a:ext cx="45720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900" b="0" spc="140" cap="all">
                <a:solidFill>
                  <a:srgbClr val="8C7FB5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t>serfis.ai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42855" y="6382512"/>
            <a:ext cx="13716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900" b="0" spc="140">
                <a:solidFill>
                  <a:srgbClr val="8C7FB5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4" name="Eyebrow"/>
          <p:cNvSpPr>
            <a:spLocks noGrp="1"/>
          </p:cNvSpPr>
          <p:nvPr>
            <p:ph type="body" sz="quarter" idx="13"/>
          </p:nvPr>
        </p:nvSpPr>
        <p:spPr>
          <a:xfrm>
            <a:off x="1143000" y="1115568"/>
            <a:ext cx="6400800" cy="265176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100" b="0" spc="170" cap="all">
                <a:solidFill>
                  <a:srgbClr val="6D3FE0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rPr lang="en-US"/>
              <a:t>Eyebrow label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Bright Band (closing)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Eyebrow rule"/>
          <p:cNvSpPr/>
          <p:nvPr userDrawn="1"/>
        </p:nvSpPr>
        <p:spPr>
          <a:xfrm>
            <a:off x="777240" y="1677924"/>
            <a:ext cx="246888" cy="18288"/>
          </a:xfrm>
          <a:prstGeom prst="rect">
            <a:avLst/>
          </a:prstGeom>
          <a:solidFill>
            <a:srgbClr val="0F032D"/>
          </a:solidFill>
          <a:ln>
            <a:noFill/>
          </a:ln>
        </p:spPr>
      </p:sp>
      <p:sp>
        <p:nvSpPr>
          <p:cNvPr id="201" name="Footer rule"/>
          <p:cNvSpPr/>
          <p:nvPr userDrawn="1"/>
        </p:nvSpPr>
        <p:spPr>
          <a:xfrm>
            <a:off x="777240" y="6309360"/>
            <a:ext cx="10637215" cy="0"/>
          </a:xfrm>
          <a:prstGeom prst="line">
            <a:avLst/>
          </a:prstGeom>
          <a:noFill/>
          <a:ln w="9525">
            <a:solidFill>
              <a:srgbClr val="0F032D">
                <a:alpha val="22000"/>
              </a:srgbClr>
            </a:solidFill>
          </a:ln>
        </p:spPr>
      </p:sp>
      <p:sp>
        <p:nvSpPr>
          <p:cNvPr id="2" name="Vertical Title 1"/>
          <p:cNvSpPr>
            <a:spLocks noGrp="1"/>
          </p:cNvSpPr>
          <p:nvPr>
            <p:ph type="title"/>
          </p:nvPr>
        </p:nvSpPr>
        <p:spPr>
          <a:xfrm>
            <a:off x="777240" y="2011680"/>
            <a:ext cx="7863840" cy="2194560"/>
          </a:xfrm>
        </p:spPr>
        <p:txBody>
          <a:bodyPr anchor="b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3800" b="1" spc="-40" cap="all">
                <a:solidFill>
                  <a:srgbClr val="0F032D"/>
                </a:solidFill>
                <a:latin typeface="Unbounded" pitchFamily="34" charset="0"/>
                <a:cs typeface="Unbounded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>
          <a:xfrm>
            <a:off x="777240" y="4434840"/>
            <a:ext cx="6583680" cy="914400"/>
          </a:xfrm>
        </p:spPr>
        <p:txBody>
          <a:bodyPr anchor="t" lIns="0" tIns="0" rIns="0" bIns="0" wrap="square">
            <a:noAutofit/>
          </a:bodyPr>
          <a:lstStyle>
            <a:lvl1pPr marL="0" indent="0" algn="l">
              <a:lnSpc>
                <a:spcPct val="118000"/>
              </a:lnSpc>
              <a:spcBef>
                <a:spcPts val="0"/>
              </a:spcBef>
              <a:buNone/>
              <a:defRPr sz="2000" b="0" spc="0" cap="none">
                <a:solidFill>
                  <a:srgbClr val="0F032D"/>
                </a:solidFill>
                <a:latin typeface="DM Sans" pitchFamily="34" charset="0"/>
                <a:cs typeface="DM Sans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7240" y="6382512"/>
            <a:ext cx="45720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900" b="0" spc="140" cap="all">
                <a:solidFill>
                  <a:srgbClr val="0F032D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t>serfis.ai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42855" y="6382512"/>
            <a:ext cx="13716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900" b="0" spc="140">
                <a:solidFill>
                  <a:srgbClr val="0F032D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3" name="Eyebrow"/>
          <p:cNvSpPr>
            <a:spLocks noGrp="1"/>
          </p:cNvSpPr>
          <p:nvPr>
            <p:ph type="body" sz="quarter" idx="13"/>
          </p:nvPr>
        </p:nvSpPr>
        <p:spPr>
          <a:xfrm>
            <a:off x="1143000" y="1554480"/>
            <a:ext cx="6400800" cy="265176"/>
          </a:xfr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100" b="0" spc="170" cap="all">
                <a:solidFill>
                  <a:srgbClr val="0F032D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rPr lang="en-US"/>
              <a:t>Eyebrow label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7240" y="1444752"/>
            <a:ext cx="10637215" cy="10515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2743200"/>
            <a:ext cx="10637215" cy="3291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56855" y="6382512"/>
            <a:ext cx="1828800" cy="256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7240" y="6382512"/>
            <a:ext cx="4572000" cy="256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42855" y="6382512"/>
            <a:ext cx="1371600" cy="256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3"/>
    <p:sldLayoutId id="2147483650" r:id="rId2"/>
    <p:sldLayoutId id="2147483652" r:id="rId4"/>
    <p:sldLayoutId id="2147483653" r:id="rId5"/>
    <p:sldLayoutId id="2147483654" r:id="rId6"/>
    <p:sldLayoutId id="2147483656" r:id="rId8"/>
    <p:sldLayoutId id="2147483657" r:id="rId9"/>
    <p:sldLayoutId id="2147483658" r:id="rId10"/>
    <p:sldLayoutId id="2147483659" r:id="rId11"/>
    <p:sldLayoutId id="2147483655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000" b="1" cap="all" spc="-30" kern="1200">
          <a:solidFill>
            <a:srgbClr val="F6F1FF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12000"/>
        </a:lnSpc>
        <a:spcBef>
          <a:spcPts val="900"/>
        </a:spcBef>
        <a:buClr>
          <a:srgbClr val="C084FC"/>
        </a:buClr>
        <a:buFont typeface="Arial"/>
        <a:buChar char="•"/>
        <a:defRPr sz="1800" kern="1200">
          <a:solidFill>
            <a:srgbClr val="B7B6B9"/>
          </a:solidFill>
          <a:latin typeface="+mn-lt"/>
          <a:ea typeface="+mn-ea"/>
          <a:cs typeface="+mn-cs"/>
        </a:defRPr>
      </a:lvl1pPr>
      <a:lvl2pPr marL="628650" indent="-228600" algn="l" defTabSz="914400" rtl="0" eaLnBrk="1" latinLnBrk="0" hangingPunct="1">
        <a:lnSpc>
          <a:spcPct val="112000"/>
        </a:lnSpc>
        <a:spcBef>
          <a:spcPts val="500"/>
        </a:spcBef>
        <a:buClr>
          <a:srgbClr val="C084FC"/>
        </a:buClr>
        <a:buFont typeface="Arial"/>
        <a:buChar char="–"/>
        <a:defRPr sz="1600" kern="1200">
          <a:solidFill>
            <a:srgbClr val="B7B6B9"/>
          </a:solidFill>
          <a:latin typeface="+mn-lt"/>
          <a:ea typeface="+mn-ea"/>
          <a:cs typeface="+mn-cs"/>
        </a:defRPr>
      </a:lvl2pPr>
      <a:lvl3pPr marL="971550" indent="-228600" algn="l" defTabSz="914400" rtl="0" eaLnBrk="1" latinLnBrk="0" hangingPunct="1">
        <a:lnSpc>
          <a:spcPct val="112000"/>
        </a:lnSpc>
        <a:spcBef>
          <a:spcPts val="400"/>
        </a:spcBef>
        <a:buClr>
          <a:srgbClr val="C084FC"/>
        </a:buClr>
        <a:buFont typeface="Arial"/>
        <a:buChar char="•"/>
        <a:defRPr sz="1400" kern="1200">
          <a:solidFill>
            <a:srgbClr val="B7B6B9"/>
          </a:solidFill>
          <a:latin typeface="+mn-lt"/>
          <a:ea typeface="+mn-ea"/>
          <a:cs typeface="+mn-cs"/>
        </a:defRPr>
      </a:lvl3pPr>
      <a:lvl4pPr marL="1314450" indent="-228600" algn="l" defTabSz="914400" rtl="0" eaLnBrk="1" latinLnBrk="0" hangingPunct="1">
        <a:lnSpc>
          <a:spcPct val="112000"/>
        </a:lnSpc>
        <a:spcBef>
          <a:spcPts val="300"/>
        </a:spcBef>
        <a:buClr>
          <a:srgbClr val="C084FC"/>
        </a:buClr>
        <a:buFont typeface="Arial"/>
        <a:buChar char="–"/>
        <a:defRPr sz="1400" kern="1200">
          <a:solidFill>
            <a:srgbClr val="B7B6B9"/>
          </a:solidFill>
          <a:latin typeface="+mn-lt"/>
          <a:ea typeface="+mn-ea"/>
          <a:cs typeface="+mn-cs"/>
        </a:defRPr>
      </a:lvl4pPr>
      <a:lvl5pPr marL="1657350" indent="-228600" algn="l" defTabSz="914400" rtl="0" eaLnBrk="1" latinLnBrk="0" hangingPunct="1">
        <a:lnSpc>
          <a:spcPct val="112000"/>
        </a:lnSpc>
        <a:spcBef>
          <a:spcPts val="300"/>
        </a:spcBef>
        <a:buClr>
          <a:srgbClr val="C084FC"/>
        </a:buClr>
        <a:buFont typeface="Arial"/>
        <a:buChar char="•"/>
        <a:defRPr sz="1400" kern="1200">
          <a:solidFill>
            <a:srgbClr val="B7B6B9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F6F1FF"/>
                </a:solidFill>
              </a:rPr>
              <a:t>Presentation title </a:t>
            </a:r>
            <a:r>
              <a:rPr>
                <a:solidFill>
                  <a:srgbClr val="C084FC"/>
                </a:solidFill>
              </a:rPr>
              <a:t>goes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one-line kicker that sets up the story.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Eyebrow label  ·  Month 2026</a:t>
            </a:r>
          </a:p>
        </p:txBody>
      </p:sp>
      <p:sp>
        <p:nvSpPr>
          <p:cNvPr id="901" name="Button Primary action"/>
          <p:cNvSpPr/>
          <p:nvPr userDrawn="1"/>
        </p:nvSpPr>
        <p:spPr>
          <a:xfrm>
            <a:off x="777240" y="5669280"/>
            <a:ext cx="2103120" cy="49377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F52FF"/>
              </a:gs>
              <a:gs pos="50000">
                <a:srgbClr val="6A3FE6"/>
              </a:gs>
              <a:gs pos="100000">
                <a:srgbClr val="3F46E8"/>
              </a:gs>
            </a:gsLst>
            <a:lin ang="2700000" scaled="0"/>
          </a:gradFill>
          <a:ln w="9525">
            <a:solidFill>
              <a:srgbClr val="FFFFFF">
                <a:alpha val="20000"/>
              </a:srgb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00" b="1" i="0" spc="10" dirty="0">
                <a:solidFill>
                  <a:srgbClr val="FFFFFF"/>
                </a:solidFill>
                <a:latin typeface="DM Sans" pitchFamily="34" charset="0"/>
                <a:cs typeface="DM Sans" pitchFamily="34" charset="0"/>
              </a:rPr>
              <a:t>Primary action</a:t>
            </a:r>
          </a:p>
        </p:txBody>
      </p:sp>
      <p:sp>
        <p:nvSpPr>
          <p:cNvPr id="902" name="Button Secondary"/>
          <p:cNvSpPr/>
          <p:nvPr userDrawn="1"/>
        </p:nvSpPr>
        <p:spPr>
          <a:xfrm>
            <a:off x="3063240" y="5669280"/>
            <a:ext cx="1920240" cy="49377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EFEFEF">
                <a:alpha val="28000"/>
              </a:srgbClr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00" b="1" i="0" spc="10" dirty="0">
                <a:solidFill>
                  <a:srgbClr val="EFEFEF"/>
                </a:solidFill>
                <a:latin typeface="DM Sans" pitchFamily="34" charset="0"/>
                <a:cs typeface="DM Sans" pitchFamily="34" charset="0"/>
              </a:rPr>
              <a:t>Secondary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Where we are and why it matters</a:t>
            </a:r>
          </a:p>
          <a:p>
            <a:r>
              <a:t>What we built</a:t>
            </a:r>
          </a:p>
          <a:p>
            <a:r>
              <a:t>What we learned</a:t>
            </a:r>
          </a:p>
          <a:p>
            <a:r>
              <a:t>What comes next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7240" y="6382512"/>
            <a:ext cx="45720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900" b="0" spc="140" cap="all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t>serfis.ai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42855" y="6382512"/>
            <a:ext cx="13716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900" b="0" spc="140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 sentence that frames what this section covers.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Part one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7240" y="6382512"/>
            <a:ext cx="45720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900" b="0" spc="140" cap="all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t>serfis.ai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42855" y="6382512"/>
            <a:ext cx="13716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900" b="0" spc="140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Process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77240" y="6382512"/>
            <a:ext cx="45720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900" b="0" spc="140" cap="all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t>serfis.ai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042855" y="6382512"/>
            <a:ext cx="13716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900" b="0" spc="140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00" name="Row rule 01"/>
          <p:cNvSpPr/>
          <p:nvPr userDrawn="1"/>
        </p:nvSpPr>
        <p:spPr>
          <a:xfrm>
            <a:off x="777240" y="2743200"/>
            <a:ext cx="10637215" cy="0"/>
          </a:xfrm>
          <a:prstGeom prst="line">
            <a:avLst/>
          </a:prstGeom>
          <a:noFill/>
          <a:ln w="9525">
            <a:solidFill>
              <a:srgbClr val="EFEFEF">
                <a:alpha val="18000"/>
              </a:srgbClr>
            </a:solidFill>
          </a:ln>
        </p:spPr>
      </p:sp>
      <p:sp>
        <p:nvSpPr>
          <p:cNvPr id="701" name="TextBox 700"/>
          <p:cNvSpPr txBox="1"/>
          <p:nvPr/>
        </p:nvSpPr>
        <p:spPr>
          <a:xfrm>
            <a:off x="777240" y="294436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spc="140">
                <a:solidFill>
                  <a:srgbClr val="C084FC"/>
                </a:solidFill>
                <a:latin typeface="DM Mono" pitchFamily="49" charset="0"/>
              </a:rPr>
              <a:t>01</a:t>
            </a:r>
          </a:p>
        </p:txBody>
      </p:sp>
      <p:sp>
        <p:nvSpPr>
          <p:cNvPr id="702" name="TextBox 701"/>
          <p:cNvSpPr txBox="1"/>
          <p:nvPr/>
        </p:nvSpPr>
        <p:spPr>
          <a:xfrm>
            <a:off x="1600200" y="289864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FEFEF"/>
                </a:solidFill>
                <a:latin typeface="DM Sans" pitchFamily="34" charset="0"/>
              </a:rPr>
              <a:t>Step one</a:t>
            </a:r>
          </a:p>
        </p:txBody>
      </p:sp>
      <p:sp>
        <p:nvSpPr>
          <p:cNvPr id="703" name="TextBox 702"/>
          <p:cNvSpPr txBox="1"/>
          <p:nvPr/>
        </p:nvSpPr>
        <p:spPr>
          <a:xfrm>
            <a:off x="5074920" y="2926080"/>
            <a:ext cx="6339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B7B6B9"/>
                </a:solidFill>
                <a:latin typeface="DM Sans" pitchFamily="34" charset="0"/>
              </a:rPr>
              <a:t>One line that says what happens and why it matters.</a:t>
            </a:r>
          </a:p>
        </p:txBody>
      </p:sp>
      <p:sp>
        <p:nvSpPr>
          <p:cNvPr id="701" name="Row rule 02"/>
          <p:cNvSpPr/>
          <p:nvPr userDrawn="1"/>
        </p:nvSpPr>
        <p:spPr>
          <a:xfrm>
            <a:off x="777240" y="3566160"/>
            <a:ext cx="10637215" cy="0"/>
          </a:xfrm>
          <a:prstGeom prst="line">
            <a:avLst/>
          </a:prstGeom>
          <a:noFill/>
          <a:ln w="9525">
            <a:solidFill>
              <a:srgbClr val="EFEFEF">
                <a:alpha val="18000"/>
              </a:srgbClr>
            </a:solidFill>
          </a:ln>
        </p:spPr>
      </p:sp>
      <p:sp>
        <p:nvSpPr>
          <p:cNvPr id="704" name="TextBox 703"/>
          <p:cNvSpPr txBox="1"/>
          <p:nvPr/>
        </p:nvSpPr>
        <p:spPr>
          <a:xfrm>
            <a:off x="777240" y="376732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spc="140">
                <a:solidFill>
                  <a:srgbClr val="C084FC"/>
                </a:solidFill>
                <a:latin typeface="DM Mono" pitchFamily="49" charset="0"/>
              </a:rPr>
              <a:t>02</a:t>
            </a:r>
          </a:p>
        </p:txBody>
      </p:sp>
      <p:sp>
        <p:nvSpPr>
          <p:cNvPr id="705" name="TextBox 704"/>
          <p:cNvSpPr txBox="1"/>
          <p:nvPr/>
        </p:nvSpPr>
        <p:spPr>
          <a:xfrm>
            <a:off x="1600200" y="372160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FEFEF"/>
                </a:solidFill>
                <a:latin typeface="DM Sans" pitchFamily="34" charset="0"/>
              </a:rPr>
              <a:t>Step two</a:t>
            </a:r>
          </a:p>
        </p:txBody>
      </p:sp>
      <p:sp>
        <p:nvSpPr>
          <p:cNvPr id="706" name="TextBox 705"/>
          <p:cNvSpPr txBox="1"/>
          <p:nvPr/>
        </p:nvSpPr>
        <p:spPr>
          <a:xfrm>
            <a:off x="5074920" y="3749040"/>
            <a:ext cx="6339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B7B6B9"/>
                </a:solidFill>
                <a:latin typeface="DM Sans" pitchFamily="34" charset="0"/>
              </a:rPr>
              <a:t>Keep each description to a single sentence.</a:t>
            </a:r>
          </a:p>
        </p:txBody>
      </p:sp>
      <p:sp>
        <p:nvSpPr>
          <p:cNvPr id="702" name="Row rule 03"/>
          <p:cNvSpPr/>
          <p:nvPr userDrawn="1"/>
        </p:nvSpPr>
        <p:spPr>
          <a:xfrm>
            <a:off x="777240" y="4389120"/>
            <a:ext cx="10637215" cy="0"/>
          </a:xfrm>
          <a:prstGeom prst="line">
            <a:avLst/>
          </a:prstGeom>
          <a:noFill/>
          <a:ln w="9525">
            <a:solidFill>
              <a:srgbClr val="EFEFEF">
                <a:alpha val="18000"/>
              </a:srgbClr>
            </a:solidFill>
          </a:ln>
        </p:spPr>
      </p:sp>
      <p:sp>
        <p:nvSpPr>
          <p:cNvPr id="707" name="TextBox 706"/>
          <p:cNvSpPr txBox="1"/>
          <p:nvPr/>
        </p:nvSpPr>
        <p:spPr>
          <a:xfrm>
            <a:off x="777240" y="459028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spc="140">
                <a:solidFill>
                  <a:srgbClr val="C084FC"/>
                </a:solidFill>
                <a:latin typeface="DM Mono" pitchFamily="49" charset="0"/>
              </a:rPr>
              <a:t>03</a:t>
            </a:r>
          </a:p>
        </p:txBody>
      </p:sp>
      <p:sp>
        <p:nvSpPr>
          <p:cNvPr id="708" name="TextBox 707"/>
          <p:cNvSpPr txBox="1"/>
          <p:nvPr/>
        </p:nvSpPr>
        <p:spPr>
          <a:xfrm>
            <a:off x="1600200" y="454456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FEFEF"/>
                </a:solidFill>
                <a:latin typeface="DM Sans" pitchFamily="34" charset="0"/>
              </a:rPr>
              <a:t>Step three</a:t>
            </a:r>
          </a:p>
        </p:txBody>
      </p:sp>
      <p:sp>
        <p:nvSpPr>
          <p:cNvPr id="709" name="TextBox 708"/>
          <p:cNvSpPr txBox="1"/>
          <p:nvPr/>
        </p:nvSpPr>
        <p:spPr>
          <a:xfrm>
            <a:off x="5074920" y="4572000"/>
            <a:ext cx="6339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B7B6B9"/>
                </a:solidFill>
                <a:latin typeface="DM Sans" pitchFamily="34" charset="0"/>
              </a:rPr>
              <a:t>Rows are text boxes: copy, paste and edit.</a:t>
            </a:r>
          </a:p>
        </p:txBody>
      </p:sp>
      <p:sp>
        <p:nvSpPr>
          <p:cNvPr id="703" name="Row rule 04"/>
          <p:cNvSpPr/>
          <p:nvPr userDrawn="1"/>
        </p:nvSpPr>
        <p:spPr>
          <a:xfrm>
            <a:off x="777240" y="5212080"/>
            <a:ext cx="10637215" cy="0"/>
          </a:xfrm>
          <a:prstGeom prst="line">
            <a:avLst/>
          </a:prstGeom>
          <a:noFill/>
          <a:ln w="9525">
            <a:solidFill>
              <a:srgbClr val="EFEFEF">
                <a:alpha val="18000"/>
              </a:srgbClr>
            </a:solidFill>
          </a:ln>
        </p:spPr>
      </p:sp>
      <p:sp>
        <p:nvSpPr>
          <p:cNvPr id="710" name="TextBox 709"/>
          <p:cNvSpPr txBox="1"/>
          <p:nvPr/>
        </p:nvSpPr>
        <p:spPr>
          <a:xfrm>
            <a:off x="777240" y="541324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spc="140">
                <a:solidFill>
                  <a:srgbClr val="C084FC"/>
                </a:solidFill>
                <a:latin typeface="DM Mono" pitchFamily="49" charset="0"/>
              </a:rPr>
              <a:t>04</a:t>
            </a:r>
          </a:p>
        </p:txBody>
      </p:sp>
      <p:sp>
        <p:nvSpPr>
          <p:cNvPr id="711" name="TextBox 710"/>
          <p:cNvSpPr txBox="1"/>
          <p:nvPr/>
        </p:nvSpPr>
        <p:spPr>
          <a:xfrm>
            <a:off x="1600200" y="536752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FEFEF"/>
                </a:solidFill>
                <a:latin typeface="DM Sans" pitchFamily="34" charset="0"/>
              </a:rPr>
              <a:t>Step four</a:t>
            </a:r>
          </a:p>
        </p:txBody>
      </p:sp>
      <p:sp>
        <p:nvSpPr>
          <p:cNvPr id="712" name="TextBox 711"/>
          <p:cNvSpPr txBox="1"/>
          <p:nvPr/>
        </p:nvSpPr>
        <p:spPr>
          <a:xfrm>
            <a:off x="5074920" y="5394960"/>
            <a:ext cx="6339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B7B6B9"/>
                </a:solidFill>
                <a:latin typeface="DM Sans" pitchFamily="34" charset="0"/>
              </a:rPr>
              <a:t>Add or remove rows to fit the story.</a:t>
            </a:r>
          </a:p>
        </p:txBody>
      </p:sp>
      <p:sp>
        <p:nvSpPr>
          <p:cNvPr id="710" name="Row rule end"/>
          <p:cNvSpPr/>
          <p:nvPr userDrawn="1"/>
        </p:nvSpPr>
        <p:spPr>
          <a:xfrm>
            <a:off x="777240" y="6035040"/>
            <a:ext cx="10637215" cy="0"/>
          </a:xfrm>
          <a:prstGeom prst="line">
            <a:avLst/>
          </a:prstGeom>
          <a:noFill/>
          <a:ln w="9525">
            <a:solidFill>
              <a:srgbClr val="EFEFEF">
                <a:alpha val="18000"/>
              </a:srgbClr>
            </a:solidFill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First column point</a:t>
            </a:r>
          </a:p>
          <a:p>
            <a:r>
              <a:t>Second point</a:t>
            </a:r>
          </a:p>
          <a:p>
            <a:r>
              <a:t>Third point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First column point</a:t>
            </a:r>
          </a:p>
          <a:p>
            <a:r>
              <a:t>Second point</a:t>
            </a:r>
          </a:p>
          <a:p>
            <a:r>
              <a:t>Third point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Layout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77240" y="6382512"/>
            <a:ext cx="45720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900" b="0" spc="140" cap="all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t>serfis.ai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42855" y="6382512"/>
            <a:ext cx="13716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900" b="0" spc="140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Before and after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Before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Manual and slow</a:t>
            </a:r>
          </a:p>
          <a:p>
            <a:r>
              <a:t>Hard to measure</a:t>
            </a:r>
          </a:p>
          <a:p>
            <a:r>
              <a:t>Hard to repeat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Automated and fast</a:t>
            </a:r>
          </a:p>
          <a:p>
            <a:r>
              <a:t>Clear numbers</a:t>
            </a:r>
          </a:p>
          <a:p>
            <a:r>
              <a:t>Repeatable every time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Comparison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777240" y="6382512"/>
            <a:ext cx="45720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900" b="0" spc="140" cap="all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t>serfis.ai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042855" y="6382512"/>
            <a:ext cx="13716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900" b="0" spc="140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numbers that matter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77240" y="6382512"/>
            <a:ext cx="45720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900" b="0" spc="140" cap="all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t>serfis.ai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042855" y="6382512"/>
            <a:ext cx="13716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900" b="0" spc="140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01" name="Glass card"/>
          <p:cNvSpPr/>
          <p:nvPr userDrawn="1"/>
        </p:nvSpPr>
        <p:spPr>
          <a:xfrm>
            <a:off x="777240" y="2743200"/>
            <a:ext cx="3362858" cy="3154680"/>
          </a:xfrm>
          <a:prstGeom prst="roundRect">
            <a:avLst>
              <a:gd name="adj" fmla="val 7500"/>
            </a:avLst>
          </a:prstGeom>
          <a:solidFill>
            <a:srgbClr val="10062C">
              <a:alpha val="62000"/>
            </a:srgbClr>
          </a:solidFill>
          <a:ln w="9525">
            <a:solidFill>
              <a:srgbClr val="EFEFEF">
                <a:alpha val="12000"/>
              </a:srgbClr>
            </a:solidFill>
          </a:ln>
        </p:spPr>
      </p:sp>
      <p:sp>
        <p:nvSpPr>
          <p:cNvPr id="802" name="TextBox 801"/>
          <p:cNvSpPr txBox="1"/>
          <p:nvPr/>
        </p:nvSpPr>
        <p:spPr>
          <a:xfrm>
            <a:off x="1097280" y="3017520"/>
            <a:ext cx="272277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170" cap="all">
                <a:solidFill>
                  <a:srgbClr val="A9A8AC"/>
                </a:solidFill>
                <a:latin typeface="DM Mono" pitchFamily="49" charset="0"/>
              </a:rPr>
              <a:t>Key metric</a:t>
            </a:r>
          </a:p>
        </p:txBody>
      </p:sp>
      <p:sp>
        <p:nvSpPr>
          <p:cNvPr id="803" name="TextBox 802"/>
          <p:cNvSpPr txBox="1"/>
          <p:nvPr/>
        </p:nvSpPr>
        <p:spPr>
          <a:xfrm>
            <a:off x="1097280" y="3520440"/>
            <a:ext cx="2722778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400" b="1" spc="-60">
                <a:solidFill>
                  <a:srgbClr val="C084FC"/>
                </a:solidFill>
                <a:latin typeface="Unbounded" pitchFamily="34" charset="0"/>
              </a:rPr>
              <a:t>00</a:t>
            </a:r>
          </a:p>
        </p:txBody>
      </p:sp>
      <p:sp>
        <p:nvSpPr>
          <p:cNvPr id="804" name="TextBox 803"/>
          <p:cNvSpPr txBox="1"/>
          <p:nvPr/>
        </p:nvSpPr>
        <p:spPr>
          <a:xfrm>
            <a:off x="1097280" y="4754880"/>
            <a:ext cx="272277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B7B6B9"/>
                </a:solidFill>
                <a:latin typeface="DM Sans" pitchFamily="34" charset="0"/>
              </a:rPr>
              <a:t>A short line that explains the number.</a:t>
            </a:r>
          </a:p>
        </p:txBody>
      </p:sp>
      <p:sp>
        <p:nvSpPr>
          <p:cNvPr id="802" name="Glass card"/>
          <p:cNvSpPr/>
          <p:nvPr userDrawn="1"/>
        </p:nvSpPr>
        <p:spPr>
          <a:xfrm>
            <a:off x="4414418" y="2743200"/>
            <a:ext cx="3362858" cy="3154680"/>
          </a:xfrm>
          <a:prstGeom prst="roundRect">
            <a:avLst>
              <a:gd name="adj" fmla="val 7500"/>
            </a:avLst>
          </a:prstGeom>
          <a:solidFill>
            <a:srgbClr val="10062C">
              <a:alpha val="62000"/>
            </a:srgbClr>
          </a:solidFill>
          <a:ln w="9525">
            <a:solidFill>
              <a:srgbClr val="EFEFEF">
                <a:alpha val="12000"/>
              </a:srgbClr>
            </a:solidFill>
          </a:ln>
        </p:spPr>
      </p:sp>
      <p:sp>
        <p:nvSpPr>
          <p:cNvPr id="805" name="TextBox 804"/>
          <p:cNvSpPr txBox="1"/>
          <p:nvPr/>
        </p:nvSpPr>
        <p:spPr>
          <a:xfrm>
            <a:off x="4734458" y="3017520"/>
            <a:ext cx="272277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170" cap="all">
                <a:solidFill>
                  <a:srgbClr val="A9A8AC"/>
                </a:solidFill>
                <a:latin typeface="DM Mono" pitchFamily="49" charset="0"/>
              </a:rPr>
              <a:t>Second metric</a:t>
            </a:r>
          </a:p>
        </p:txBody>
      </p:sp>
      <p:sp>
        <p:nvSpPr>
          <p:cNvPr id="806" name="TextBox 805"/>
          <p:cNvSpPr txBox="1"/>
          <p:nvPr/>
        </p:nvSpPr>
        <p:spPr>
          <a:xfrm>
            <a:off x="4734458" y="3520440"/>
            <a:ext cx="2722778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400" b="1" spc="-60">
                <a:solidFill>
                  <a:srgbClr val="C084FC"/>
                </a:solidFill>
                <a:latin typeface="Unbounded" pitchFamily="34" charset="0"/>
              </a:rPr>
              <a:t>00%</a:t>
            </a:r>
          </a:p>
        </p:txBody>
      </p:sp>
      <p:sp>
        <p:nvSpPr>
          <p:cNvPr id="807" name="TextBox 806"/>
          <p:cNvSpPr txBox="1"/>
          <p:nvPr/>
        </p:nvSpPr>
        <p:spPr>
          <a:xfrm>
            <a:off x="4734458" y="4754880"/>
            <a:ext cx="272277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B7B6B9"/>
                </a:solidFill>
                <a:latin typeface="DM Sans" pitchFamily="34" charset="0"/>
              </a:rPr>
              <a:t>A short line that explains the number.</a:t>
            </a:r>
          </a:p>
        </p:txBody>
      </p:sp>
      <p:sp>
        <p:nvSpPr>
          <p:cNvPr id="803" name="Glass card"/>
          <p:cNvSpPr/>
          <p:nvPr userDrawn="1"/>
        </p:nvSpPr>
        <p:spPr>
          <a:xfrm>
            <a:off x="8051597" y="2743200"/>
            <a:ext cx="3362858" cy="3154680"/>
          </a:xfrm>
          <a:prstGeom prst="roundRect">
            <a:avLst>
              <a:gd name="adj" fmla="val 7500"/>
            </a:avLst>
          </a:prstGeom>
          <a:solidFill>
            <a:srgbClr val="10062C">
              <a:alpha val="62000"/>
            </a:srgbClr>
          </a:solidFill>
          <a:ln w="9525">
            <a:solidFill>
              <a:srgbClr val="EFEFEF">
                <a:alpha val="12000"/>
              </a:srgbClr>
            </a:solidFill>
          </a:ln>
        </p:spPr>
      </p:sp>
      <p:sp>
        <p:nvSpPr>
          <p:cNvPr id="808" name="TextBox 807"/>
          <p:cNvSpPr txBox="1"/>
          <p:nvPr/>
        </p:nvSpPr>
        <p:spPr>
          <a:xfrm>
            <a:off x="8371637" y="3017520"/>
            <a:ext cx="272277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170" cap="all">
                <a:solidFill>
                  <a:srgbClr val="A9A8AC"/>
                </a:solidFill>
                <a:latin typeface="DM Mono" pitchFamily="49" charset="0"/>
              </a:rPr>
              <a:t>Third metric</a:t>
            </a:r>
          </a:p>
        </p:txBody>
      </p:sp>
      <p:sp>
        <p:nvSpPr>
          <p:cNvPr id="809" name="TextBox 808"/>
          <p:cNvSpPr txBox="1"/>
          <p:nvPr/>
        </p:nvSpPr>
        <p:spPr>
          <a:xfrm>
            <a:off x="8371637" y="3520440"/>
            <a:ext cx="2722778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400" b="1" spc="-60">
                <a:solidFill>
                  <a:srgbClr val="C084FC"/>
                </a:solidFill>
                <a:latin typeface="Unbounded" pitchFamily="34" charset="0"/>
              </a:rPr>
              <a:t>0×</a:t>
            </a:r>
          </a:p>
        </p:txBody>
      </p:sp>
      <p:sp>
        <p:nvSpPr>
          <p:cNvPr id="810" name="TextBox 809"/>
          <p:cNvSpPr txBox="1"/>
          <p:nvPr/>
        </p:nvSpPr>
        <p:spPr>
          <a:xfrm>
            <a:off x="8371637" y="4754880"/>
            <a:ext cx="272277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B7B6B9"/>
                </a:solidFill>
                <a:latin typeface="DM Sans" pitchFamily="34" charset="0"/>
              </a:rPr>
              <a:t>A short line that explains the number.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Point inside the glass panel</a:t>
            </a:r>
          </a:p>
          <a:p>
            <a:r>
              <a:t>Another point</a:t>
            </a:r>
          </a:p>
          <a:p>
            <a:r>
              <a:t>Drop a chart, table or screenshot here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Two or three sentences of supporting copy sit under the title on the left.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Feature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77240" y="6382512"/>
            <a:ext cx="45720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900" b="0" spc="140" cap="all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t>serfis.ai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42855" y="6382512"/>
            <a:ext cx="13716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900" b="0" spc="140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Data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77240" y="6382512"/>
            <a:ext cx="45720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900" b="0" spc="140" cap="all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t>serfis.ai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042855" y="6382512"/>
            <a:ext cx="13716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900" b="0" spc="140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240" y="2651760"/>
          <a:ext cx="10637215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 title</a:t>
            </a:r>
          </a:p>
        </p:txBody>
      </p:sp>
      <p:pic>
        <p:nvPicPr>
          <p:cNvPr id="3" name="Picture Placeholder 2" descr="sample_image.jp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3727" r="13727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A short caption for the image on the left. Click the picture to replace it.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Image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77240" y="6382512"/>
            <a:ext cx="45720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900" b="0" spc="140" cap="all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t>serfis.ai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42855" y="6382512"/>
            <a:ext cx="13716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900" b="0" spc="140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Brand palette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Brand guide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77240" y="6382512"/>
            <a:ext cx="45720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900" b="0" spc="140" cap="all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t>serfis.ai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042855" y="6382512"/>
            <a:ext cx="13716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900" b="0" spc="140">
                <a:solidFill>
                  <a:srgbClr val="7B797F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00" name="Swatch Ground"/>
          <p:cNvSpPr/>
          <p:nvPr userDrawn="1"/>
        </p:nvSpPr>
        <p:spPr>
          <a:xfrm>
            <a:off x="777240" y="2697480"/>
            <a:ext cx="1169632" cy="960120"/>
          </a:xfrm>
          <a:prstGeom prst="roundRect">
            <a:avLst>
              <a:gd name="adj" fmla="val 14000"/>
            </a:avLst>
          </a:prstGeom>
          <a:solidFill>
            <a:srgbClr val="06030F"/>
          </a:solidFill>
          <a:ln w="9525">
            <a:solidFill>
              <a:srgbClr val="EFEFEF">
                <a:alpha val="22000"/>
              </a:srgbClr>
            </a:solidFill>
          </a:ln>
        </p:spPr>
      </p:sp>
      <p:sp>
        <p:nvSpPr>
          <p:cNvPr id="601" name="TextBox 600"/>
          <p:cNvSpPr txBox="1"/>
          <p:nvPr/>
        </p:nvSpPr>
        <p:spPr>
          <a:xfrm>
            <a:off x="777240" y="3749040"/>
            <a:ext cx="1169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FEFEF"/>
                </a:solidFill>
                <a:latin typeface="DM Sans" pitchFamily="34" charset="0"/>
              </a:rPr>
              <a:t>Ground</a:t>
            </a:r>
          </a:p>
        </p:txBody>
      </p:sp>
      <p:sp>
        <p:nvSpPr>
          <p:cNvPr id="602" name="TextBox 601"/>
          <p:cNvSpPr txBox="1"/>
          <p:nvPr/>
        </p:nvSpPr>
        <p:spPr>
          <a:xfrm>
            <a:off x="777240" y="3986784"/>
            <a:ext cx="1169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60">
                <a:solidFill>
                  <a:srgbClr val="A9A8AC"/>
                </a:solidFill>
                <a:latin typeface="DM Mono" pitchFamily="49" charset="0"/>
              </a:rPr>
              <a:t>#06030F</a:t>
            </a:r>
          </a:p>
        </p:txBody>
      </p:sp>
      <p:sp>
        <p:nvSpPr>
          <p:cNvPr id="601" name="Swatch Night"/>
          <p:cNvSpPr/>
          <p:nvPr userDrawn="1"/>
        </p:nvSpPr>
        <p:spPr>
          <a:xfrm>
            <a:off x="2129752" y="2697480"/>
            <a:ext cx="1169632" cy="960120"/>
          </a:xfrm>
          <a:prstGeom prst="roundRect">
            <a:avLst>
              <a:gd name="adj" fmla="val 14000"/>
            </a:avLst>
          </a:prstGeom>
          <a:solidFill>
            <a:srgbClr val="0F032D"/>
          </a:solidFill>
          <a:ln w="9525">
            <a:solidFill>
              <a:srgbClr val="EFEFEF">
                <a:alpha val="22000"/>
              </a:srgbClr>
            </a:solidFill>
          </a:ln>
        </p:spPr>
      </p:sp>
      <p:sp>
        <p:nvSpPr>
          <p:cNvPr id="603" name="TextBox 602"/>
          <p:cNvSpPr txBox="1"/>
          <p:nvPr/>
        </p:nvSpPr>
        <p:spPr>
          <a:xfrm>
            <a:off x="2129752" y="3749040"/>
            <a:ext cx="1169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FEFEF"/>
                </a:solidFill>
                <a:latin typeface="DM Sans" pitchFamily="34" charset="0"/>
              </a:rPr>
              <a:t>Night</a:t>
            </a:r>
          </a:p>
        </p:txBody>
      </p:sp>
      <p:sp>
        <p:nvSpPr>
          <p:cNvPr id="604" name="TextBox 603"/>
          <p:cNvSpPr txBox="1"/>
          <p:nvPr/>
        </p:nvSpPr>
        <p:spPr>
          <a:xfrm>
            <a:off x="2129752" y="3986784"/>
            <a:ext cx="1169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60">
                <a:solidFill>
                  <a:srgbClr val="A9A8AC"/>
                </a:solidFill>
                <a:latin typeface="DM Mono" pitchFamily="49" charset="0"/>
              </a:rPr>
              <a:t>#0F032D</a:t>
            </a:r>
          </a:p>
        </p:txBody>
      </p:sp>
      <p:sp>
        <p:nvSpPr>
          <p:cNvPr id="602" name="Swatch Violet"/>
          <p:cNvSpPr/>
          <p:nvPr userDrawn="1"/>
        </p:nvSpPr>
        <p:spPr>
          <a:xfrm>
            <a:off x="3482264" y="2697480"/>
            <a:ext cx="1169632" cy="960120"/>
          </a:xfrm>
          <a:prstGeom prst="roundRect">
            <a:avLst>
              <a:gd name="adj" fmla="val 14000"/>
            </a:avLst>
          </a:prstGeom>
          <a:solidFill>
            <a:srgbClr val="4E2BCC"/>
          </a:solidFill>
          <a:ln w="9525">
            <a:solidFill>
              <a:srgbClr val="EFEFEF">
                <a:alpha val="22000"/>
              </a:srgbClr>
            </a:solidFill>
          </a:ln>
        </p:spPr>
      </p:sp>
      <p:sp>
        <p:nvSpPr>
          <p:cNvPr id="605" name="TextBox 604"/>
          <p:cNvSpPr txBox="1"/>
          <p:nvPr/>
        </p:nvSpPr>
        <p:spPr>
          <a:xfrm>
            <a:off x="3482264" y="3749040"/>
            <a:ext cx="1169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FEFEF"/>
                </a:solidFill>
                <a:latin typeface="DM Sans" pitchFamily="34" charset="0"/>
              </a:rPr>
              <a:t>Violet</a:t>
            </a:r>
          </a:p>
        </p:txBody>
      </p:sp>
      <p:sp>
        <p:nvSpPr>
          <p:cNvPr id="606" name="TextBox 605"/>
          <p:cNvSpPr txBox="1"/>
          <p:nvPr/>
        </p:nvSpPr>
        <p:spPr>
          <a:xfrm>
            <a:off x="3482264" y="3986784"/>
            <a:ext cx="1169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60">
                <a:solidFill>
                  <a:srgbClr val="A9A8AC"/>
                </a:solidFill>
                <a:latin typeface="DM Mono" pitchFamily="49" charset="0"/>
              </a:rPr>
              <a:t>#4E2BCC</a:t>
            </a:r>
          </a:p>
        </p:txBody>
      </p:sp>
      <p:sp>
        <p:nvSpPr>
          <p:cNvPr id="603" name="Swatch Violet 2"/>
          <p:cNvSpPr/>
          <p:nvPr userDrawn="1"/>
        </p:nvSpPr>
        <p:spPr>
          <a:xfrm>
            <a:off x="4834776" y="2697480"/>
            <a:ext cx="1169632" cy="960120"/>
          </a:xfrm>
          <a:prstGeom prst="roundRect">
            <a:avLst>
              <a:gd name="adj" fmla="val 14000"/>
            </a:avLst>
          </a:prstGeom>
          <a:solidFill>
            <a:srgbClr val="6A3FE6"/>
          </a:solidFill>
          <a:ln w="9525">
            <a:solidFill>
              <a:srgbClr val="EFEFEF">
                <a:alpha val="22000"/>
              </a:srgbClr>
            </a:solidFill>
          </a:ln>
        </p:spPr>
      </p:sp>
      <p:sp>
        <p:nvSpPr>
          <p:cNvPr id="607" name="TextBox 606"/>
          <p:cNvSpPr txBox="1"/>
          <p:nvPr/>
        </p:nvSpPr>
        <p:spPr>
          <a:xfrm>
            <a:off x="4834776" y="3749040"/>
            <a:ext cx="1169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FEFEF"/>
                </a:solidFill>
                <a:latin typeface="DM Sans" pitchFamily="34" charset="0"/>
              </a:rPr>
              <a:t>Violet 2</a:t>
            </a:r>
          </a:p>
        </p:txBody>
      </p:sp>
      <p:sp>
        <p:nvSpPr>
          <p:cNvPr id="608" name="TextBox 607"/>
          <p:cNvSpPr txBox="1"/>
          <p:nvPr/>
        </p:nvSpPr>
        <p:spPr>
          <a:xfrm>
            <a:off x="4834776" y="3986784"/>
            <a:ext cx="1169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60">
                <a:solidFill>
                  <a:srgbClr val="A9A8AC"/>
                </a:solidFill>
                <a:latin typeface="DM Mono" pitchFamily="49" charset="0"/>
              </a:rPr>
              <a:t>#6A3FE6</a:t>
            </a:r>
          </a:p>
        </p:txBody>
      </p:sp>
      <p:sp>
        <p:nvSpPr>
          <p:cNvPr id="604" name="Swatch Lavender"/>
          <p:cNvSpPr/>
          <p:nvPr userDrawn="1"/>
        </p:nvSpPr>
        <p:spPr>
          <a:xfrm>
            <a:off x="6187288" y="2697480"/>
            <a:ext cx="1169632" cy="960120"/>
          </a:xfrm>
          <a:prstGeom prst="roundRect">
            <a:avLst>
              <a:gd name="adj" fmla="val 14000"/>
            </a:avLst>
          </a:prstGeom>
          <a:solidFill>
            <a:srgbClr val="905BF4"/>
          </a:solidFill>
          <a:ln w="9525">
            <a:solidFill>
              <a:srgbClr val="EFEFEF">
                <a:alpha val="22000"/>
              </a:srgbClr>
            </a:solidFill>
          </a:ln>
        </p:spPr>
      </p:sp>
      <p:sp>
        <p:nvSpPr>
          <p:cNvPr id="609" name="TextBox 608"/>
          <p:cNvSpPr txBox="1"/>
          <p:nvPr/>
        </p:nvSpPr>
        <p:spPr>
          <a:xfrm>
            <a:off x="6187288" y="3749040"/>
            <a:ext cx="1169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FEFEF"/>
                </a:solidFill>
                <a:latin typeface="DM Sans" pitchFamily="34" charset="0"/>
              </a:rPr>
              <a:t>Lavender</a:t>
            </a:r>
          </a:p>
        </p:txBody>
      </p:sp>
      <p:sp>
        <p:nvSpPr>
          <p:cNvPr id="610" name="TextBox 609"/>
          <p:cNvSpPr txBox="1"/>
          <p:nvPr/>
        </p:nvSpPr>
        <p:spPr>
          <a:xfrm>
            <a:off x="6187288" y="3986784"/>
            <a:ext cx="1169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60">
                <a:solidFill>
                  <a:srgbClr val="A9A8AC"/>
                </a:solidFill>
                <a:latin typeface="DM Mono" pitchFamily="49" charset="0"/>
              </a:rPr>
              <a:t>#905BF4</a:t>
            </a:r>
          </a:p>
        </p:txBody>
      </p:sp>
      <p:sp>
        <p:nvSpPr>
          <p:cNvPr id="605" name="Swatch Heliotrope"/>
          <p:cNvSpPr/>
          <p:nvPr userDrawn="1"/>
        </p:nvSpPr>
        <p:spPr>
          <a:xfrm>
            <a:off x="7539800" y="2697480"/>
            <a:ext cx="1169632" cy="960120"/>
          </a:xfrm>
          <a:prstGeom prst="roundRect">
            <a:avLst>
              <a:gd name="adj" fmla="val 14000"/>
            </a:avLst>
          </a:prstGeom>
          <a:solidFill>
            <a:srgbClr val="C084FC"/>
          </a:solidFill>
          <a:ln w="9525">
            <a:solidFill>
              <a:srgbClr val="EFEFEF">
                <a:alpha val="22000"/>
              </a:srgbClr>
            </a:solidFill>
          </a:ln>
        </p:spPr>
      </p:sp>
      <p:sp>
        <p:nvSpPr>
          <p:cNvPr id="611" name="TextBox 610"/>
          <p:cNvSpPr txBox="1"/>
          <p:nvPr/>
        </p:nvSpPr>
        <p:spPr>
          <a:xfrm>
            <a:off x="7539800" y="3749040"/>
            <a:ext cx="1169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FEFEF"/>
                </a:solidFill>
                <a:latin typeface="DM Sans" pitchFamily="34" charset="0"/>
              </a:rPr>
              <a:t>Heliotrope</a:t>
            </a:r>
          </a:p>
        </p:txBody>
      </p:sp>
      <p:sp>
        <p:nvSpPr>
          <p:cNvPr id="612" name="TextBox 611"/>
          <p:cNvSpPr txBox="1"/>
          <p:nvPr/>
        </p:nvSpPr>
        <p:spPr>
          <a:xfrm>
            <a:off x="7539800" y="3986784"/>
            <a:ext cx="1169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60">
                <a:solidFill>
                  <a:srgbClr val="A9A8AC"/>
                </a:solidFill>
                <a:latin typeface="DM Mono" pitchFamily="49" charset="0"/>
              </a:rPr>
              <a:t>#C084FC</a:t>
            </a:r>
          </a:p>
        </p:txBody>
      </p:sp>
      <p:sp>
        <p:nvSpPr>
          <p:cNvPr id="606" name="Swatch Blue"/>
          <p:cNvSpPr/>
          <p:nvPr userDrawn="1"/>
        </p:nvSpPr>
        <p:spPr>
          <a:xfrm>
            <a:off x="8892311" y="2697480"/>
            <a:ext cx="1169632" cy="960120"/>
          </a:xfrm>
          <a:prstGeom prst="roundRect">
            <a:avLst>
              <a:gd name="adj" fmla="val 14000"/>
            </a:avLst>
          </a:prstGeom>
          <a:solidFill>
            <a:srgbClr val="3B5BFF"/>
          </a:solidFill>
          <a:ln w="9525">
            <a:solidFill>
              <a:srgbClr val="EFEFEF">
                <a:alpha val="22000"/>
              </a:srgbClr>
            </a:solidFill>
          </a:ln>
        </p:spPr>
      </p:sp>
      <p:sp>
        <p:nvSpPr>
          <p:cNvPr id="613" name="TextBox 612"/>
          <p:cNvSpPr txBox="1"/>
          <p:nvPr/>
        </p:nvSpPr>
        <p:spPr>
          <a:xfrm>
            <a:off x="8892311" y="3749040"/>
            <a:ext cx="1169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FEFEF"/>
                </a:solidFill>
                <a:latin typeface="DM Sans" pitchFamily="34" charset="0"/>
              </a:rPr>
              <a:t>Blue</a:t>
            </a:r>
          </a:p>
        </p:txBody>
      </p:sp>
      <p:sp>
        <p:nvSpPr>
          <p:cNvPr id="614" name="TextBox 613"/>
          <p:cNvSpPr txBox="1"/>
          <p:nvPr/>
        </p:nvSpPr>
        <p:spPr>
          <a:xfrm>
            <a:off x="8892311" y="3986784"/>
            <a:ext cx="1169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60">
                <a:solidFill>
                  <a:srgbClr val="A9A8AC"/>
                </a:solidFill>
                <a:latin typeface="DM Mono" pitchFamily="49" charset="0"/>
              </a:rPr>
              <a:t>#3B5BFF</a:t>
            </a:r>
          </a:p>
        </p:txBody>
      </p:sp>
      <p:sp>
        <p:nvSpPr>
          <p:cNvPr id="607" name="Swatch Text"/>
          <p:cNvSpPr/>
          <p:nvPr userDrawn="1"/>
        </p:nvSpPr>
        <p:spPr>
          <a:xfrm>
            <a:off x="10244823" y="2697480"/>
            <a:ext cx="1169632" cy="960120"/>
          </a:xfrm>
          <a:prstGeom prst="roundRect">
            <a:avLst>
              <a:gd name="adj" fmla="val 14000"/>
            </a:avLst>
          </a:prstGeom>
          <a:solidFill>
            <a:srgbClr val="EFEFEF"/>
          </a:solidFill>
          <a:ln w="9525">
            <a:solidFill>
              <a:srgbClr val="EFEFEF">
                <a:alpha val="22000"/>
              </a:srgbClr>
            </a:solidFill>
          </a:ln>
        </p:spPr>
      </p:sp>
      <p:sp>
        <p:nvSpPr>
          <p:cNvPr id="615" name="TextBox 614"/>
          <p:cNvSpPr txBox="1"/>
          <p:nvPr/>
        </p:nvSpPr>
        <p:spPr>
          <a:xfrm>
            <a:off x="10244823" y="3749040"/>
            <a:ext cx="1169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FEFEF"/>
                </a:solidFill>
                <a:latin typeface="DM Sans" pitchFamily="34" charset="0"/>
              </a:rPr>
              <a:t>Text</a:t>
            </a:r>
          </a:p>
        </p:txBody>
      </p:sp>
      <p:sp>
        <p:nvSpPr>
          <p:cNvPr id="616" name="TextBox 615"/>
          <p:cNvSpPr txBox="1"/>
          <p:nvPr/>
        </p:nvSpPr>
        <p:spPr>
          <a:xfrm>
            <a:off x="10244823" y="3986784"/>
            <a:ext cx="1169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60">
                <a:solidFill>
                  <a:srgbClr val="A9A8AC"/>
                </a:solidFill>
                <a:latin typeface="DM Mono" pitchFamily="49" charset="0"/>
              </a:rPr>
              <a:t>#EFEFEF</a:t>
            </a:r>
          </a:p>
        </p:txBody>
      </p:sp>
      <p:sp>
        <p:nvSpPr>
          <p:cNvPr id="650" name="Button swatch"/>
          <p:cNvSpPr/>
          <p:nvPr userDrawn="1"/>
        </p:nvSpPr>
        <p:spPr>
          <a:xfrm>
            <a:off x="777240" y="4526280"/>
            <a:ext cx="2377440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F52FF"/>
              </a:gs>
              <a:gs pos="50000">
                <a:srgbClr val="6A3FE6"/>
              </a:gs>
              <a:gs pos="100000">
                <a:srgbClr val="3F46E8"/>
              </a:gs>
            </a:gsLst>
            <a:lin ang="2700000" scaled="0"/>
          </a:gra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i="0" spc="0" dirty="0">
                <a:solidFill>
                  <a:srgbClr val="FFFFFF"/>
                </a:solidFill>
                <a:latin typeface="DM Sans" pitchFamily="34" charset="0"/>
                <a:cs typeface="DM Sans" pitchFamily="34" charset="0"/>
              </a:rPr>
              <a:t>Button gradient</a:t>
            </a:r>
          </a:p>
        </p:txBody>
      </p:sp>
      <p:sp>
        <p:nvSpPr>
          <p:cNvPr id="651" name="Band swatch"/>
          <p:cNvSpPr/>
          <p:nvPr userDrawn="1"/>
        </p:nvSpPr>
        <p:spPr>
          <a:xfrm>
            <a:off x="3337560" y="4526280"/>
            <a:ext cx="2377440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E2BCC"/>
              </a:gs>
              <a:gs pos="9000">
                <a:srgbClr val="9A66F8"/>
              </a:gs>
              <a:gs pos="58000">
                <a:srgbClr val="C58BFF"/>
              </a:gs>
              <a:gs pos="100000">
                <a:srgbClr val="D9B8FF"/>
              </a:gs>
            </a:gsLst>
            <a:lin ang="0" scaled="0"/>
          </a:gra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i="0" spc="0" dirty="0">
                <a:solidFill>
                  <a:srgbClr val="0F032D"/>
                </a:solidFill>
                <a:latin typeface="DM Sans" pitchFamily="34" charset="0"/>
                <a:cs typeface="DM Sans" pitchFamily="34" charset="0"/>
              </a:rPr>
              <a:t>Bright band</a:t>
            </a:r>
          </a:p>
        </p:txBody>
      </p:sp>
      <p:sp>
        <p:nvSpPr>
          <p:cNvPr id="652" name="TextBox 651"/>
          <p:cNvSpPr txBox="1"/>
          <p:nvPr/>
        </p:nvSpPr>
        <p:spPr>
          <a:xfrm>
            <a:off x="777240" y="52578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cap="all">
                <a:solidFill>
                  <a:srgbClr val="F6F1FF"/>
                </a:solidFill>
                <a:latin typeface="Unbounded" pitchFamily="34" charset="0"/>
              </a:rPr>
              <a:t>Unbounded</a:t>
            </a:r>
          </a:p>
        </p:txBody>
      </p:sp>
      <p:sp>
        <p:nvSpPr>
          <p:cNvPr id="653" name="TextBox 652"/>
          <p:cNvSpPr txBox="1"/>
          <p:nvPr/>
        </p:nvSpPr>
        <p:spPr>
          <a:xfrm>
            <a:off x="777240" y="56692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60">
                <a:solidFill>
                  <a:srgbClr val="A9A8AC"/>
                </a:solidFill>
                <a:latin typeface="DM Mono" pitchFamily="49" charset="0"/>
              </a:rPr>
              <a:t>Headlines, uppercase, 700</a:t>
            </a:r>
          </a:p>
        </p:txBody>
      </p:sp>
      <p:sp>
        <p:nvSpPr>
          <p:cNvPr id="654" name="TextBox 653"/>
          <p:cNvSpPr txBox="1"/>
          <p:nvPr/>
        </p:nvSpPr>
        <p:spPr>
          <a:xfrm>
            <a:off x="4526280" y="52578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FEFEF"/>
                </a:solidFill>
                <a:latin typeface="DM Sans" pitchFamily="34" charset="0"/>
              </a:rPr>
              <a:t>DM Sans</a:t>
            </a:r>
          </a:p>
        </p:txBody>
      </p:sp>
      <p:sp>
        <p:nvSpPr>
          <p:cNvPr id="655" name="TextBox 654"/>
          <p:cNvSpPr txBox="1"/>
          <p:nvPr/>
        </p:nvSpPr>
        <p:spPr>
          <a:xfrm>
            <a:off x="4526280" y="56692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60">
                <a:solidFill>
                  <a:srgbClr val="A9A8AC"/>
                </a:solidFill>
                <a:latin typeface="DM Mono" pitchFamily="49" charset="0"/>
              </a:rPr>
              <a:t>Body copy, 400 to 600</a:t>
            </a:r>
          </a:p>
        </p:txBody>
      </p:sp>
      <p:sp>
        <p:nvSpPr>
          <p:cNvPr id="656" name="TextBox 655"/>
          <p:cNvSpPr txBox="1"/>
          <p:nvPr/>
        </p:nvSpPr>
        <p:spPr>
          <a:xfrm>
            <a:off x="8275320" y="52578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spc="60" cap="all">
                <a:solidFill>
                  <a:srgbClr val="C084FC"/>
                </a:solidFill>
                <a:latin typeface="DM Mono" pitchFamily="49" charset="0"/>
              </a:rPr>
              <a:t>DM Mono</a:t>
            </a:r>
          </a:p>
        </p:txBody>
      </p:sp>
      <p:sp>
        <p:nvSpPr>
          <p:cNvPr id="657" name="TextBox 656"/>
          <p:cNvSpPr txBox="1"/>
          <p:nvPr/>
        </p:nvSpPr>
        <p:spPr>
          <a:xfrm>
            <a:off x="8275320" y="56692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60">
                <a:solidFill>
                  <a:srgbClr val="A9A8AC"/>
                </a:solidFill>
                <a:latin typeface="DM Mono" pitchFamily="49" charset="0"/>
              </a:rPr>
              <a:t>Labels and numbers, caps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Light variant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Same layout system on a white ground</a:t>
            </a:r>
          </a:p>
          <a:p>
            <a:r>
              <a:t>Violet headings, deep-violet body copy</a:t>
            </a:r>
          </a:p>
          <a:p>
            <a:r>
              <a:t>Use it when a dark deck will not project well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For print and bright rooms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7240" y="6382512"/>
            <a:ext cx="45720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900" b="0" spc="140" cap="all">
                <a:solidFill>
                  <a:srgbClr val="8C7FB5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t>serfis.ai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42855" y="6382512"/>
            <a:ext cx="13716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900" b="0" spc="140">
                <a:solidFill>
                  <a:srgbClr val="8C7FB5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name@serfis.ai  ·  serfis.ai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Next step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7240" y="6382512"/>
            <a:ext cx="45720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l">
              <a:spcBef>
                <a:spcPts val="0"/>
              </a:spcBef>
              <a:buNone/>
              <a:defRPr sz="900" b="0" spc="140" cap="all">
                <a:solidFill>
                  <a:srgbClr val="0F032D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r>
              <a:t>serfis.ai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42855" y="6382512"/>
            <a:ext cx="1371600" cy="256032"/>
          </a:xfrm>
        </p:spPr>
        <p:txBody>
          <a:bodyPr anchor="ctr" lIns="0" tIns="0" rIns="0" bIns="0" wrap="square">
            <a:noAutofit/>
          </a:bodyPr>
          <a:lstStyle>
            <a:lvl1pPr marL="0" indent="0" algn="r">
              <a:spcBef>
                <a:spcPts val="0"/>
              </a:spcBef>
              <a:buNone/>
              <a:defRPr sz="900" b="0" spc="140">
                <a:solidFill>
                  <a:srgbClr val="0F032D"/>
                </a:solidFill>
                <a:latin typeface="DM Mono" pitchFamily="49" charset="0"/>
                <a:cs typeface="DM Mono" pitchFamily="49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3" name="Button Get in touch"/>
          <p:cNvSpPr/>
          <p:nvPr userDrawn="1"/>
        </p:nvSpPr>
        <p:spPr>
          <a:xfrm>
            <a:off x="777240" y="5532120"/>
            <a:ext cx="2103120" cy="493776"/>
          </a:xfrm>
          <a:prstGeom prst="roundRect">
            <a:avLst>
              <a:gd name="adj" fmla="val 50000"/>
            </a:avLst>
          </a:prstGeom>
          <a:solidFill>
            <a:srgbClr val="0F032D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00" b="1" i="0" spc="10" dirty="0">
                <a:solidFill>
                  <a:srgbClr val="EFEFEF"/>
                </a:solidFill>
                <a:latin typeface="DM Sans" pitchFamily="34" charset="0"/>
                <a:cs typeface="DM Sans" pitchFamily="34" charset="0"/>
              </a:rPr>
              <a:t>Get in touch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rfis">
  <a:themeElements>
    <a:clrScheme name="Serfis">
      <a:dk1>
        <a:srgbClr val="06030F"/>
      </a:dk1>
      <a:lt1>
        <a:srgbClr val="EFEFEF"/>
      </a:lt1>
      <a:dk2>
        <a:srgbClr val="0F032D"/>
      </a:dk2>
      <a:lt2>
        <a:srgbClr val="C084FC"/>
      </a:lt2>
      <a:accent1>
        <a:srgbClr val="6A3FE6"/>
      </a:accent1>
      <a:accent2>
        <a:srgbClr val="905BF4"/>
      </a:accent2>
      <a:accent3>
        <a:srgbClr val="C084FC"/>
      </a:accent3>
      <a:accent4>
        <a:srgbClr val="3B5BFF"/>
      </a:accent4>
      <a:accent5>
        <a:srgbClr val="D946EF"/>
      </a:accent5>
      <a:accent6>
        <a:srgbClr val="3BE08C"/>
      </a:accent6>
      <a:hlink>
        <a:srgbClr val="C084FC"/>
      </a:hlink>
      <a:folHlink>
        <a:srgbClr val="905BF4"/>
      </a:folHlink>
    </a:clrScheme>
    <a:fontScheme name="Office">
      <a:majorFont>
        <a:latin typeface="Unbounded" pitchFamily="34" charset="0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M Sans" pitchFamily="34" charset="0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Serfis presentation template</dc:title>
  <dc:subject>Serfis brand template</dc:subject>
  <dc:creator>Serfis 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